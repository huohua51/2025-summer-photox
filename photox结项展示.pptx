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258" r:id="rId4"/>
    <p:sldId id="259" r:id="rId5"/>
    <p:sldId id="261" r:id="rId6"/>
    <p:sldId id="292" r:id="rId7"/>
    <p:sldId id="374" r:id="rId8"/>
    <p:sldId id="372" r:id="rId9"/>
    <p:sldId id="293" r:id="rId10"/>
    <p:sldId id="377" r:id="rId11"/>
    <p:sldId id="266" r:id="rId12"/>
    <p:sldId id="315" r:id="rId13"/>
    <p:sldId id="277" r:id="rId14"/>
    <p:sldId id="378" r:id="rId15"/>
    <p:sldId id="265" r:id="rId16"/>
  </p:sldIdLst>
  <p:sldSz cx="12192000" cy="6858000"/>
  <p:notesSz cx="6858000" cy="9144000"/>
  <p:embeddedFontLst>
    <p:embeddedFont>
      <p:font typeface="思源黑体 CN Light" panose="020B0300000000000000" charset="-122"/>
      <p:regular r:id="rId22"/>
    </p:embeddedFont>
    <p:embeddedFont>
      <p:font typeface="思源黑体 CN Bold" panose="020B0800000000000000" charset="-122"/>
      <p:bold r:id="rId23"/>
    </p:embeddedFont>
    <p:embeddedFont>
      <p:font typeface="思源黑体 CN Medium" panose="020B0600000000000000" charset="-122"/>
      <p:regular r:id="rId24"/>
    </p:embeddedFont>
  </p:embeddedFontLst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0" userDrawn="1">
          <p15:clr>
            <a:srgbClr val="A4A3A4"/>
          </p15:clr>
        </p15:guide>
        <p15:guide id="2" pos="1797" userDrawn="1">
          <p15:clr>
            <a:srgbClr val="A4A3A4"/>
          </p15:clr>
        </p15:guide>
        <p15:guide id="3" pos="7409" userDrawn="1">
          <p15:clr>
            <a:srgbClr val="A4A3A4"/>
          </p15:clr>
        </p15:guide>
        <p15:guide id="4" pos="415" userDrawn="1">
          <p15:clr>
            <a:srgbClr val="A4A3A4"/>
          </p15:clr>
        </p15:guide>
        <p15:guide id="5" pos="591" userDrawn="1">
          <p15:clr>
            <a:srgbClr val="A4A3A4"/>
          </p15:clr>
        </p15:guide>
        <p15:guide id="6" pos="25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D0D0D"/>
    <a:srgbClr val="3A57B5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546" y="204"/>
      </p:cViewPr>
      <p:guideLst>
        <p:guide orient="horz" pos="2090"/>
        <p:guide pos="1797"/>
        <p:guide pos="7409"/>
        <p:guide pos="415"/>
        <p:guide pos="591"/>
        <p:guide pos="255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74.xml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rPr>
            </a:fld>
            <a:endParaRPr lang="zh-CN" altLang="en-US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rPr>
            </a:fld>
            <a:endParaRPr lang="zh-CN" altLang="en-US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charset="-122"/>
        <a:ea typeface="思源黑体 CN Light" panose="020B0300000000000000" charset="-122"/>
        <a:cs typeface="思源黑体 CN Light" panose="020B03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charset="-122"/>
        <a:ea typeface="思源黑体 CN Light" panose="020B0300000000000000" charset="-122"/>
        <a:cs typeface="思源黑体 CN Light" panose="020B03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charset="-122"/>
        <a:ea typeface="思源黑体 CN Light" panose="020B0300000000000000" charset="-122"/>
        <a:cs typeface="思源黑体 CN Light" panose="020B03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charset="-122"/>
        <a:ea typeface="思源黑体 CN Light" panose="020B0300000000000000" charset="-122"/>
        <a:cs typeface="思源黑体 CN Light" panose="020B03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charset="-122"/>
        <a:ea typeface="思源黑体 CN Light" panose="020B0300000000000000" charset="-122"/>
        <a:cs typeface="思源黑体 CN Light" panose="020B03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1"/>
          <p:cNvPicPr>
            <a:picLocks noChangeAspect="1"/>
          </p:cNvPicPr>
          <p:nvPr userDrawn="1"/>
        </p:nvPicPr>
        <p:blipFill>
          <a:blip r:embed="rId2"/>
          <a:srcRect l="20270" t="31389" r="29076" b="34583"/>
          <a:stretch>
            <a:fillRect/>
          </a:stretch>
        </p:blipFill>
        <p:spPr>
          <a:xfrm>
            <a:off x="0" y="-9525"/>
            <a:ext cx="12192000" cy="6858635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-9525"/>
            <a:ext cx="12192000" cy="6867525"/>
          </a:xfrm>
          <a:prstGeom prst="rect">
            <a:avLst/>
          </a:prstGeom>
          <a:gradFill>
            <a:gsLst>
              <a:gs pos="13000">
                <a:srgbClr val="F3F3F3"/>
              </a:gs>
              <a:gs pos="84000">
                <a:srgbClr val="F3F3F3">
                  <a:alpha val="0"/>
                </a:srgb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"/>
          <p:cNvPicPr>
            <a:picLocks noChangeAspect="1"/>
          </p:cNvPicPr>
          <p:nvPr userDrawn="1"/>
        </p:nvPicPr>
        <p:blipFill>
          <a:blip r:embed="rId2"/>
          <a:srcRect l="20270" t="31389" r="29076" b="34583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0000">
                <a:srgbClr val="F3F3F3">
                  <a:alpha val="100000"/>
                </a:srgbClr>
              </a:gs>
              <a:gs pos="10000">
                <a:srgbClr val="F3F3F3"/>
              </a:gs>
              <a:gs pos="84000">
                <a:srgbClr val="F3F3F3">
                  <a:alpha val="0"/>
                </a:srgb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9525" y="328295"/>
            <a:ext cx="215900" cy="50736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Light" panose="020B0300000000000000" charset="-122"/>
          <a:ea typeface="思源黑体 CN Light" panose="020B0300000000000000" charset="-122"/>
          <a:cs typeface="思源黑体 CN Light" panose="020B03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Light" panose="020B0300000000000000" charset="-122"/>
          <a:ea typeface="思源黑体 CN Light" panose="020B0300000000000000" charset="-122"/>
          <a:cs typeface="思源黑体 CN Light" panose="020B03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Light" panose="020B0300000000000000" charset="-122"/>
          <a:ea typeface="思源黑体 CN Light" panose="020B0300000000000000" charset="-122"/>
          <a:cs typeface="思源黑体 CN Light" panose="020B03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Light" panose="020B0300000000000000" charset="-122"/>
          <a:ea typeface="思源黑体 CN Light" panose="020B0300000000000000" charset="-122"/>
          <a:cs typeface="思源黑体 CN Light" panose="020B03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Light" panose="020B0300000000000000" charset="-122"/>
          <a:ea typeface="思源黑体 CN Light" panose="020B0300000000000000" charset="-122"/>
          <a:cs typeface="思源黑体 CN Light" panose="020B03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Light" panose="020B0300000000000000" charset="-122"/>
          <a:ea typeface="思源黑体 CN Light" panose="020B0300000000000000" charset="-122"/>
          <a:cs typeface="思源黑体 CN Light" panose="020B03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.png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image" Target="../media/image4.png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5" Type="http://schemas.openxmlformats.org/officeDocument/2006/relationships/slideLayout" Target="../slideLayouts/slideLayout3.xml"/><Relationship Id="rId34" Type="http://schemas.openxmlformats.org/officeDocument/2006/relationships/tags" Target="../tags/tag73.xml"/><Relationship Id="rId33" Type="http://schemas.openxmlformats.org/officeDocument/2006/relationships/tags" Target="../tags/tag72.xml"/><Relationship Id="rId32" Type="http://schemas.openxmlformats.org/officeDocument/2006/relationships/tags" Target="../tags/tag71.xml"/><Relationship Id="rId31" Type="http://schemas.openxmlformats.org/officeDocument/2006/relationships/tags" Target="../tags/tag70.xml"/><Relationship Id="rId30" Type="http://schemas.openxmlformats.org/officeDocument/2006/relationships/tags" Target="../tags/tag69.xml"/><Relationship Id="rId3" Type="http://schemas.openxmlformats.org/officeDocument/2006/relationships/tags" Target="../tags/tag42.xml"/><Relationship Id="rId29" Type="http://schemas.openxmlformats.org/officeDocument/2006/relationships/tags" Target="../tags/tag68.xml"/><Relationship Id="rId28" Type="http://schemas.openxmlformats.org/officeDocument/2006/relationships/tags" Target="../tags/tag67.xml"/><Relationship Id="rId27" Type="http://schemas.openxmlformats.org/officeDocument/2006/relationships/tags" Target="../tags/tag66.xml"/><Relationship Id="rId26" Type="http://schemas.openxmlformats.org/officeDocument/2006/relationships/tags" Target="../tags/tag65.xml"/><Relationship Id="rId25" Type="http://schemas.openxmlformats.org/officeDocument/2006/relationships/tags" Target="../tags/tag64.xml"/><Relationship Id="rId24" Type="http://schemas.openxmlformats.org/officeDocument/2006/relationships/tags" Target="../tags/tag63.xml"/><Relationship Id="rId23" Type="http://schemas.openxmlformats.org/officeDocument/2006/relationships/tags" Target="../tags/tag62.xml"/><Relationship Id="rId22" Type="http://schemas.openxmlformats.org/officeDocument/2006/relationships/tags" Target="../tags/tag61.xml"/><Relationship Id="rId21" Type="http://schemas.openxmlformats.org/officeDocument/2006/relationships/tags" Target="../tags/tag60.xml"/><Relationship Id="rId20" Type="http://schemas.openxmlformats.org/officeDocument/2006/relationships/tags" Target="../tags/tag59.xml"/><Relationship Id="rId2" Type="http://schemas.openxmlformats.org/officeDocument/2006/relationships/tags" Target="../tags/tag41.xml"/><Relationship Id="rId19" Type="http://schemas.openxmlformats.org/officeDocument/2006/relationships/tags" Target="../tags/tag58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48360" y="2383155"/>
            <a:ext cx="9758680" cy="10325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90000"/>
              </a:lnSpc>
            </a:pPr>
            <a:r>
              <a:rPr lang="en-US" altLang="zh-CN" sz="6800" cap="all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photox</a:t>
            </a:r>
            <a:r>
              <a:rPr lang="zh-CN" altLang="en-US" sz="6800" cap="all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结项展示</a:t>
            </a:r>
            <a:endParaRPr lang="zh-CN" altLang="en-US" sz="6800" cap="all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8360" y="1861820"/>
            <a:ext cx="53181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dist">
              <a:buClrTx/>
              <a:buSzTx/>
              <a:buFontTx/>
            </a:pPr>
            <a:r>
              <a:rPr lang="en-US" altLang="zh-CN" sz="2800" cap="all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Medium" panose="020B0600000000000000" charset="-122"/>
                <a:cs typeface="思源黑体 CN Medium" panose="020B0600000000000000" charset="-122"/>
                <a:sym typeface="+mn-ea"/>
              </a:rPr>
              <a:t>2025-</a:t>
            </a:r>
            <a:r>
              <a:rPr lang="en-US" altLang="zh-CN" sz="2800" cap="all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Medium" panose="020B0600000000000000" charset="-122"/>
                <a:cs typeface="思源黑体 CN Medium" panose="020B0600000000000000" charset="-122"/>
                <a:sym typeface="+mn-ea"/>
              </a:rPr>
              <a:t>summer</a:t>
            </a:r>
            <a:endParaRPr lang="en-US" altLang="zh-CN" sz="2800" cap="all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48360" y="3358515"/>
            <a:ext cx="8642350" cy="7289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思源黑体 CN Light" panose="020B03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1762105" y="1562100"/>
            <a:ext cx="0" cy="413385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0053955" y="6221095"/>
            <a:ext cx="1830705" cy="455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sz="900" dirty="0">
              <a:solidFill>
                <a:schemeClr val="tx1">
                  <a:lumMod val="95000"/>
                  <a:lumOff val="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思源黑体 CN Light" panose="020B0300000000000000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951230" y="4672965"/>
            <a:ext cx="2019935" cy="400050"/>
            <a:chOff x="1447" y="8274"/>
            <a:chExt cx="3181" cy="630"/>
          </a:xfrm>
        </p:grpSpPr>
        <p:sp>
          <p:nvSpPr>
            <p:cNvPr id="13" name="圆角矩形 12"/>
            <p:cNvSpPr/>
            <p:nvPr/>
          </p:nvSpPr>
          <p:spPr>
            <a:xfrm>
              <a:off x="1447" y="8274"/>
              <a:ext cx="3181" cy="63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CN Light" panose="020B0300000000000000" charset="-122"/>
              </a:endParaRPr>
            </a:p>
          </p:txBody>
        </p:sp>
        <p:sp>
          <p:nvSpPr>
            <p:cNvPr id="14" name="文本框 7"/>
            <p:cNvSpPr txBox="1"/>
            <p:nvPr/>
          </p:nvSpPr>
          <p:spPr>
            <a:xfrm>
              <a:off x="1524" y="8294"/>
              <a:ext cx="300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ctr" fontAlgn="auto"/>
              <a:r>
                <a:rPr lang="zh-CN" altLang="en-US" dirty="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Medium" panose="020B0600000000000000" charset="-122"/>
                  <a:sym typeface="+mn-lt"/>
                </a:rPr>
                <a:t>软工六班</a:t>
              </a:r>
              <a:r>
                <a:rPr lang="en-US" altLang="zh-CN" dirty="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Medium" panose="020B0600000000000000" charset="-122"/>
                  <a:sym typeface="+mn-lt"/>
                </a:rPr>
                <a:t>-</a:t>
              </a:r>
              <a:r>
                <a:rPr lang="zh-CN" altLang="en-US" dirty="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Medium" panose="020B0600000000000000" charset="-122"/>
                  <a:sym typeface="+mn-lt"/>
                </a:rPr>
                <a:t>四组</a:t>
              </a:r>
              <a:endParaRPr lang="zh-CN" altLang="en-US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Medium" panose="020B0600000000000000" charset="-122"/>
                <a:sym typeface="+mn-lt"/>
              </a:endParaRPr>
            </a:p>
          </p:txBody>
        </p:sp>
      </p:grpSp>
      <p:pic>
        <p:nvPicPr>
          <p:cNvPr id="12" name="图片 11" descr="post_object_image_21080792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829" y="127624"/>
            <a:ext cx="1277649" cy="9029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18"/>
          <p:cNvSpPr/>
          <p:nvPr>
            <p:custDataLst>
              <p:tags r:id="rId1"/>
            </p:custDataLst>
          </p:nvPr>
        </p:nvSpPr>
        <p:spPr>
          <a:xfrm>
            <a:off x="941705" y="2686050"/>
            <a:ext cx="2466975" cy="3009900"/>
          </a:xfrm>
          <a:prstGeom prst="roundRect">
            <a:avLst>
              <a:gd name="adj" fmla="val 300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CN Light" panose="020B0300000000000000" charset="-122"/>
              <a:sym typeface="+mn-ea"/>
            </a:endParaRPr>
          </a:p>
        </p:txBody>
      </p:sp>
      <p:sp>
        <p:nvSpPr>
          <p:cNvPr id="20" name="圆角矩形 19"/>
          <p:cNvSpPr/>
          <p:nvPr>
            <p:custDataLst>
              <p:tags r:id="rId2"/>
            </p:custDataLst>
          </p:nvPr>
        </p:nvSpPr>
        <p:spPr>
          <a:xfrm>
            <a:off x="3546475" y="2686050"/>
            <a:ext cx="2466975" cy="3009900"/>
          </a:xfrm>
          <a:prstGeom prst="roundRect">
            <a:avLst>
              <a:gd name="adj" fmla="val 300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CN Light" panose="020B0300000000000000" charset="-122"/>
              <a:sym typeface="+mn-ea"/>
            </a:endParaRPr>
          </a:p>
        </p:txBody>
      </p:sp>
      <p:sp>
        <p:nvSpPr>
          <p:cNvPr id="21" name="圆角矩形 20"/>
          <p:cNvSpPr/>
          <p:nvPr>
            <p:custDataLst>
              <p:tags r:id="rId3"/>
            </p:custDataLst>
          </p:nvPr>
        </p:nvSpPr>
        <p:spPr>
          <a:xfrm>
            <a:off x="6151245" y="2686050"/>
            <a:ext cx="2466975" cy="3009900"/>
          </a:xfrm>
          <a:prstGeom prst="roundRect">
            <a:avLst>
              <a:gd name="adj" fmla="val 300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CN Light" panose="020B0300000000000000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106043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330305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60018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5805" y="1260475"/>
            <a:ext cx="3825240" cy="1088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90000"/>
              </a:lnSpc>
            </a:pPr>
            <a:r>
              <a:rPr lang="zh-CN" altLang="en-US" sz="7200" cap="all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目录 </a:t>
            </a:r>
            <a:endParaRPr lang="zh-CN" altLang="en-US" sz="7200" cap="all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013460" y="2999740"/>
            <a:ext cx="1412875" cy="133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8000">
                <a:gradFill>
                  <a:gsLst>
                    <a:gs pos="16000">
                      <a:schemeClr val="tx1">
                        <a:lumMod val="95000"/>
                        <a:lumOff val="5000"/>
                        <a:alpha val="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67000"/>
                      </a:schemeClr>
                    </a:gs>
                  </a:gsLst>
                  <a:lin ang="16200000" scaled="0"/>
                </a:gradFill>
                <a:latin typeface="思源黑体 CN Bold" panose="020B0800000000000000" charset="-122"/>
                <a:cs typeface="思源黑体 CN Bold" panose="020B0800000000000000" charset="-122"/>
                <a:sym typeface="+mn-ea"/>
              </a:rPr>
              <a:t>01</a:t>
            </a:r>
            <a:endParaRPr lang="en-US" altLang="zh-CN" sz="8000">
              <a:gradFill>
                <a:gsLst>
                  <a:gs pos="16000">
                    <a:schemeClr val="tx1">
                      <a:lumMod val="95000"/>
                      <a:lumOff val="5000"/>
                      <a:alpha val="0"/>
                    </a:schemeClr>
                  </a:gs>
                  <a:gs pos="100000">
                    <a:schemeClr val="tx1">
                      <a:lumMod val="95000"/>
                      <a:lumOff val="5000"/>
                      <a:alpha val="67000"/>
                    </a:schemeClr>
                  </a:gs>
                </a:gsLst>
                <a:lin ang="16200000" scaled="0"/>
              </a:gradFill>
              <a:latin typeface="思源黑体 CN Bold" panose="020B0800000000000000" charset="-122"/>
              <a:cs typeface="思源黑体 CN Bold" panose="020B0800000000000000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1013460" y="4137660"/>
            <a:ext cx="2605405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lvl="1">
              <a:buClrTx/>
              <a:buSzTx/>
              <a:buFontTx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2500" dirty="0">
                <a:sym typeface="+mn-ea"/>
              </a:rPr>
              <a:t>项目展示</a:t>
            </a:r>
            <a:endParaRPr lang="zh-CN" altLang="en-US" sz="2500" dirty="0">
              <a:sym typeface="+mn-ea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6"/>
            </p:custDataLst>
          </p:nvPr>
        </p:nvCxnSpPr>
        <p:spPr>
          <a:xfrm flipH="1">
            <a:off x="1120140" y="5168265"/>
            <a:ext cx="33274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>
            <p:custDataLst>
              <p:tags r:id="rId7"/>
            </p:custDataLst>
          </p:nvPr>
        </p:nvSpPr>
        <p:spPr>
          <a:xfrm>
            <a:off x="3618230" y="2999740"/>
            <a:ext cx="1412875" cy="133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8000">
                <a:gradFill>
                  <a:gsLst>
                    <a:gs pos="16000">
                      <a:schemeClr val="tx1">
                        <a:lumMod val="95000"/>
                        <a:lumOff val="5000"/>
                        <a:alpha val="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67000"/>
                      </a:schemeClr>
                    </a:gs>
                  </a:gsLst>
                  <a:lin ang="16200000" scaled="0"/>
                </a:gradFill>
                <a:latin typeface="思源黑体 CN Bold" panose="020B0800000000000000" charset="-122"/>
                <a:cs typeface="思源黑体 CN Bold" panose="020B0800000000000000" charset="-122"/>
                <a:sym typeface="+mn-ea"/>
              </a:rPr>
              <a:t>02</a:t>
            </a:r>
            <a:endParaRPr lang="en-US" altLang="zh-CN" sz="8000">
              <a:gradFill>
                <a:gsLst>
                  <a:gs pos="16000">
                    <a:schemeClr val="tx1">
                      <a:lumMod val="95000"/>
                      <a:lumOff val="5000"/>
                      <a:alpha val="0"/>
                    </a:schemeClr>
                  </a:gs>
                  <a:gs pos="100000">
                    <a:schemeClr val="tx1">
                      <a:lumMod val="95000"/>
                      <a:lumOff val="5000"/>
                      <a:alpha val="67000"/>
                    </a:schemeClr>
                  </a:gs>
                </a:gsLst>
                <a:lin ang="16200000" scaled="0"/>
              </a:gradFill>
              <a:latin typeface="思源黑体 CN Bold" panose="020B0800000000000000" charset="-122"/>
              <a:cs typeface="思源黑体 CN Bold" panose="020B0800000000000000" charset="-122"/>
              <a:sym typeface="+mn-ea"/>
            </a:endParaRPr>
          </a:p>
        </p:txBody>
      </p:sp>
      <p:sp>
        <p:nvSpPr>
          <p:cNvPr id="45" name="文本框 44"/>
          <p:cNvSpPr txBox="1"/>
          <p:nvPr>
            <p:custDataLst>
              <p:tags r:id="rId8"/>
            </p:custDataLst>
          </p:nvPr>
        </p:nvSpPr>
        <p:spPr>
          <a:xfrm>
            <a:off x="3618230" y="4137660"/>
            <a:ext cx="2533015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lvl="1">
              <a:buClrTx/>
              <a:buSzTx/>
              <a:buFontTx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2500" dirty="0">
                <a:sym typeface="+mn-ea"/>
              </a:rPr>
              <a:t>项目亮点</a:t>
            </a:r>
            <a:endParaRPr lang="zh-CN" altLang="en-US" sz="2500" dirty="0">
              <a:sym typeface="+mn-ea"/>
            </a:endParaRPr>
          </a:p>
        </p:txBody>
      </p:sp>
      <p:cxnSp>
        <p:nvCxnSpPr>
          <p:cNvPr id="47" name="直接连接符 46"/>
          <p:cNvCxnSpPr/>
          <p:nvPr>
            <p:custDataLst>
              <p:tags r:id="rId9"/>
            </p:custDataLst>
          </p:nvPr>
        </p:nvCxnSpPr>
        <p:spPr>
          <a:xfrm flipH="1">
            <a:off x="3724910" y="5168265"/>
            <a:ext cx="33274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>
            <p:custDataLst>
              <p:tags r:id="rId10"/>
            </p:custDataLst>
          </p:nvPr>
        </p:nvSpPr>
        <p:spPr>
          <a:xfrm>
            <a:off x="6223000" y="2999740"/>
            <a:ext cx="1412875" cy="133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8000">
                <a:gradFill>
                  <a:gsLst>
                    <a:gs pos="16000">
                      <a:schemeClr val="tx1">
                        <a:lumMod val="95000"/>
                        <a:lumOff val="5000"/>
                        <a:alpha val="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67000"/>
                      </a:schemeClr>
                    </a:gs>
                  </a:gsLst>
                  <a:lin ang="16200000" scaled="0"/>
                </a:gradFill>
                <a:latin typeface="思源黑体 CN Bold" panose="020B0800000000000000" charset="-122"/>
                <a:cs typeface="思源黑体 CN Bold" panose="020B0800000000000000" charset="-122"/>
                <a:sym typeface="+mn-ea"/>
              </a:rPr>
              <a:t>03</a:t>
            </a:r>
            <a:endParaRPr lang="en-US" altLang="zh-CN" sz="8000">
              <a:gradFill>
                <a:gsLst>
                  <a:gs pos="16000">
                    <a:schemeClr val="tx1">
                      <a:lumMod val="95000"/>
                      <a:lumOff val="5000"/>
                      <a:alpha val="0"/>
                    </a:schemeClr>
                  </a:gs>
                  <a:gs pos="100000">
                    <a:schemeClr val="tx1">
                      <a:lumMod val="95000"/>
                      <a:lumOff val="5000"/>
                      <a:alpha val="67000"/>
                    </a:schemeClr>
                  </a:gs>
                </a:gsLst>
                <a:lin ang="16200000" scaled="0"/>
              </a:gradFill>
              <a:latin typeface="思源黑体 CN Bold" panose="020B0800000000000000" charset="-122"/>
              <a:cs typeface="思源黑体 CN Bold" panose="020B0800000000000000" charset="-122"/>
              <a:sym typeface="+mn-ea"/>
            </a:endParaRPr>
          </a:p>
        </p:txBody>
      </p:sp>
      <p:sp>
        <p:nvSpPr>
          <p:cNvPr id="50" name="文本框 49"/>
          <p:cNvSpPr txBox="1"/>
          <p:nvPr>
            <p:custDataLst>
              <p:tags r:id="rId11"/>
            </p:custDataLst>
          </p:nvPr>
        </p:nvSpPr>
        <p:spPr>
          <a:xfrm>
            <a:off x="6223000" y="4137660"/>
            <a:ext cx="239522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lvl="1">
              <a:buClrTx/>
              <a:buSzTx/>
              <a:buFontTx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2500" dirty="0">
                <a:sym typeface="+mn-ea"/>
              </a:rPr>
              <a:t>实训</a:t>
            </a:r>
            <a:r>
              <a:rPr lang="zh-CN" altLang="en-US" sz="2500" dirty="0">
                <a:cs typeface="Arial" panose="020B0604020202020204" pitchFamily="34" charset="0"/>
                <a:sym typeface="+mn-ea"/>
              </a:rPr>
              <a:t>回顾</a:t>
            </a:r>
            <a:endParaRPr lang="zh-CN" altLang="en-US" sz="2500" dirty="0">
              <a:sym typeface="+mn-ea"/>
            </a:endParaRPr>
          </a:p>
        </p:txBody>
      </p:sp>
      <p:cxnSp>
        <p:nvCxnSpPr>
          <p:cNvPr id="52" name="直接连接符 51"/>
          <p:cNvCxnSpPr/>
          <p:nvPr>
            <p:custDataLst>
              <p:tags r:id="rId12"/>
            </p:custDataLst>
          </p:nvPr>
        </p:nvCxnSpPr>
        <p:spPr>
          <a:xfrm flipH="1">
            <a:off x="6329680" y="5168265"/>
            <a:ext cx="33274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13"/>
            </p:custDataLst>
          </p:nvPr>
        </p:nvSpPr>
        <p:spPr>
          <a:xfrm>
            <a:off x="10053955" y="6221095"/>
            <a:ext cx="1830705" cy="455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900">
                <a:solidFill>
                  <a:schemeClr val="tx1">
                    <a:lumMod val="95000"/>
                    <a:lumOff val="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思源黑体 CN Light" panose="020B0300000000000000" charset="-122"/>
              </a:rPr>
              <a:t>点</a:t>
            </a:r>
            <a:endParaRPr sz="900">
              <a:solidFill>
                <a:schemeClr val="tx1">
                  <a:lumMod val="95000"/>
                  <a:lumOff val="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思源黑体 CN Light" panose="020B0300000000000000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4"/>
            </p:custDataLst>
          </p:nvPr>
        </p:nvSpPr>
        <p:spPr>
          <a:xfrm>
            <a:off x="3106420" y="1861820"/>
            <a:ext cx="2118360" cy="333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n-US" altLang="zh-CN" sz="2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CONTENTS</a:t>
            </a:r>
            <a:endParaRPr lang="en-US" altLang="zh-CN" sz="2000">
              <a:solidFill>
                <a:schemeClr val="tx1">
                  <a:lumMod val="85000"/>
                  <a:lumOff val="1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2836545" y="1937385"/>
            <a:ext cx="139700" cy="228600"/>
          </a:xfrm>
          <a:prstGeom prst="line">
            <a:avLst/>
          </a:prstGeom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>
            <a:off x="1106043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330305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60018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1762105" y="1562100"/>
            <a:ext cx="0" cy="413385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16560" y="6216015"/>
            <a:ext cx="26714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>
              <a:buClrTx/>
              <a:buSzTx/>
              <a:buFontTx/>
              <a:defRPr sz="2400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Medium" panose="020B0600000000000000" charset="-122"/>
              </a:defRPr>
            </a:lvl1pPr>
          </a:lstStyle>
          <a:p>
            <a:r>
              <a:rPr lang="en-US" altLang="zh-CN" dirty="0"/>
              <a:t>20</a:t>
            </a:r>
            <a:r>
              <a:rPr lang="en-US" altLang="zh-CN" dirty="0">
                <a:cs typeface="Arial" panose="020B0604020202020204" pitchFamily="34" charset="0"/>
              </a:rPr>
              <a:t>25</a:t>
            </a:r>
            <a:endParaRPr lang="en-US" altLang="zh-CN" dirty="0"/>
          </a:p>
        </p:txBody>
      </p:sp>
      <p:sp>
        <p:nvSpPr>
          <p:cNvPr id="20" name="文本框 19"/>
          <p:cNvSpPr txBox="1"/>
          <p:nvPr/>
        </p:nvSpPr>
        <p:spPr>
          <a:xfrm>
            <a:off x="497840" y="2509520"/>
            <a:ext cx="5994400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1"/>
            <a:r>
              <a:rPr lang="zh-CN" altLang="en-US" sz="6600" dirty="0" err="1"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项目展示</a:t>
            </a:r>
            <a:endParaRPr lang="en-US" altLang="zh-CN" sz="6600" dirty="0"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97840" y="1346835"/>
            <a:ext cx="2134235" cy="133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9600" dirty="0">
                <a:gradFill>
                  <a:gsLst>
                    <a:gs pos="16000">
                      <a:schemeClr val="tx1">
                        <a:lumMod val="95000"/>
                        <a:lumOff val="5000"/>
                        <a:alpha val="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67000"/>
                      </a:schemeClr>
                    </a:gs>
                  </a:gsLst>
                  <a:lin ang="16200000" scaled="0"/>
                </a:gradFill>
                <a:latin typeface="思源黑体 CN Bold" panose="020B0800000000000000" charset="-122"/>
                <a:cs typeface="思源黑体 CN Bold" panose="020B0800000000000000" charset="-122"/>
                <a:sym typeface="+mn-ea"/>
              </a:rPr>
              <a:t>01</a:t>
            </a:r>
            <a:endParaRPr lang="en-US" altLang="zh-CN" sz="9600" dirty="0">
              <a:gradFill>
                <a:gsLst>
                  <a:gs pos="16000">
                    <a:schemeClr val="tx1">
                      <a:lumMod val="95000"/>
                      <a:lumOff val="5000"/>
                      <a:alpha val="0"/>
                    </a:schemeClr>
                  </a:gs>
                  <a:gs pos="100000">
                    <a:schemeClr val="tx1">
                      <a:lumMod val="95000"/>
                      <a:lumOff val="5000"/>
                      <a:alpha val="67000"/>
                    </a:schemeClr>
                  </a:gs>
                </a:gsLst>
                <a:lin ang="16200000" scaled="0"/>
              </a:gradFill>
              <a:latin typeface="思源黑体 CN Bold" panose="020B0800000000000000" charset="-122"/>
              <a:cs typeface="思源黑体 CN Bold" panose="020B0800000000000000" charset="-122"/>
              <a:sym typeface="+mn-ea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H="1">
            <a:off x="617538" y="4920615"/>
            <a:ext cx="388302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97840" y="3574613"/>
            <a:ext cx="3614792" cy="3086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lvl="0" algn="dist">
              <a:buClrTx/>
              <a:buSzTx/>
              <a:buFontTx/>
              <a:defRPr sz="2800" cap="all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Medium" panose="020B0600000000000000" charset="-122"/>
                <a:cs typeface="思源黑体 CN Medium" panose="020B0600000000000000" charset="-122"/>
              </a:defRPr>
            </a:lvl1pPr>
          </a:lstStyle>
          <a:p>
            <a:r>
              <a:rPr lang="en-US" altLang="zh-CN" sz="1400" dirty="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Project Presentation</a:t>
            </a:r>
            <a:endParaRPr lang="en-US" altLang="zh-CN" sz="1400" dirty="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369570" y="252730"/>
            <a:ext cx="454533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lvl="1">
              <a:buClrTx/>
              <a:buSzTx/>
              <a:buFontTx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/>
            <a:r>
              <a:rPr lang="zh-CN" altLang="en-US" sz="2500" dirty="0">
                <a:sym typeface="+mn-ea"/>
              </a:rPr>
              <a:t>项目</a:t>
            </a:r>
            <a:r>
              <a:rPr lang="en-US" altLang="zh-CN" sz="2500" dirty="0">
                <a:sym typeface="+mn-ea"/>
              </a:rPr>
              <a:t>综述</a:t>
            </a:r>
            <a:endParaRPr lang="en-US" altLang="zh-CN" sz="2500" dirty="0"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69570" y="582930"/>
            <a:ext cx="2395855" cy="350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rPr>
              <a:t>Summary of project research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83251" y="1711350"/>
            <a:ext cx="10600294" cy="302494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charset="0"/>
                <a:cs typeface="思源黑体 CN Light" charset="0"/>
                <a:sym typeface="+mn-ea"/>
              </a:rPr>
              <a:t>PhotoX 是一个融合前沿</a:t>
            </a:r>
            <a:r>
              <a: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charset="0"/>
                <a:cs typeface="思源黑体 CN Light" charset="0"/>
                <a:sym typeface="+mn-ea"/>
              </a:rPr>
              <a:t>ai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charset="0"/>
                <a:cs typeface="思源黑体 CN Light" charset="0"/>
                <a:sym typeface="+mn-ea"/>
              </a:rPr>
              <a:t>的</a:t>
            </a: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charset="0"/>
                <a:cs typeface="思源黑体 CN Light" charset="0"/>
                <a:sym typeface="+mn-ea"/>
              </a:rPr>
              <a:t>现代化智能图片管理平台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charset="0"/>
                <a:cs typeface="思源黑体 CN Light" charset="0"/>
                <a:sym typeface="+mn-ea"/>
              </a:rPr>
              <a:t>，采用</a:t>
            </a: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charset="0"/>
                <a:cs typeface="思源黑体 CN Light" charset="0"/>
                <a:sym typeface="+mn-ea"/>
              </a:rPr>
              <a:t> Django + Vue.js 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charset="0"/>
                <a:cs typeface="思源黑体 CN Light" charset="0"/>
                <a:sym typeface="+mn-ea"/>
              </a:rPr>
              <a:t>前后端分离架构，深度</a:t>
            </a: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charset="0"/>
                <a:cs typeface="思源黑体 CN Light" charset="0"/>
                <a:sym typeface="+mn-ea"/>
              </a:rPr>
              <a:t>集成了 ResNet50、Inception V3 深度学习模型和阿里云千问视觉模型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charset="0"/>
                <a:cs typeface="思源黑体 CN Light" charset="0"/>
                <a:sym typeface="+mn-ea"/>
              </a:rPr>
              <a:t>，实现了</a:t>
            </a:r>
            <a:r>
              <a:rPr lang="zh-CN" altLang="en-US" sz="1600" b="1">
                <a:solidFill>
                  <a:srgbClr val="000000"/>
                </a:solidFill>
                <a:latin typeface="思源黑体 CN Light" charset="0"/>
                <a:cs typeface="思源黑体 CN Light" charset="0"/>
                <a:sym typeface="+mn-ea"/>
              </a:rPr>
              <a:t>智能图像分类、风格分析和个性化推荐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charset="0"/>
                <a:cs typeface="思源黑体 CN Light" charset="0"/>
                <a:sym typeface="+mn-ea"/>
              </a:rPr>
              <a:t>等核心功能。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思源黑体 CN Light" charset="0"/>
              <a:cs typeface="思源黑体 CN Light" charset="0"/>
              <a:sym typeface="+mn-ea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charset="0"/>
                <a:cs typeface="思源黑体 CN Light" charset="0"/>
                <a:sym typeface="+mn-ea"/>
              </a:rPr>
              <a:t>平台提供完整的图片上传、编辑、分类管理功能，构建了丰富的社交互动体系，包括用户关注、点赞评论、收藏分享等社区功能，同时建立了完善的内容安全审核机制和权限管理体系。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思源黑体 CN Light" charset="0"/>
              <a:cs typeface="思源黑体 CN Light" charset="0"/>
              <a:sym typeface="+mn-ea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charset="0"/>
                <a:cs typeface="思源黑体 CN Light" charset="0"/>
                <a:sym typeface="+mn-ea"/>
              </a:rPr>
              <a:t>通过模块化设计和微服务架构，PhotoX 为用户打造了一个集智能化、个性化、社交化于一体的全方位图片管理解决方案，致力于革新传统图片管理模式，让图片管理更智能，让分享更有趣。</a:t>
            </a:r>
            <a:endParaRPr lang="zh-CN" altLang="en-US" sz="1600">
              <a:latin typeface="思源黑体 CN Light" charset="0"/>
              <a:cs typeface="思源黑体 CN Light" charset="0"/>
              <a:sym typeface="+mn-ea"/>
            </a:endParaRPr>
          </a:p>
        </p:txBody>
      </p:sp>
      <p:sp>
        <p:nvSpPr>
          <p:cNvPr id="7" name="椭圆 6"/>
          <p:cNvSpPr/>
          <p:nvPr>
            <p:custDataLst>
              <p:tags r:id="rId1"/>
            </p:custDataLst>
          </p:nvPr>
        </p:nvSpPr>
        <p:spPr>
          <a:xfrm>
            <a:off x="1106043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8" name="椭圆 7"/>
          <p:cNvSpPr/>
          <p:nvPr>
            <p:custDataLst>
              <p:tags r:id="rId2"/>
            </p:custDataLst>
          </p:nvPr>
        </p:nvSpPr>
        <p:spPr>
          <a:xfrm>
            <a:off x="11330305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1160018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pic>
        <p:nvPicPr>
          <p:cNvPr id="5" name="图片 4" descr="post_object_image_35300095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5934" y="419138"/>
            <a:ext cx="1379317" cy="9747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>
            <a:off x="1106043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330305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60018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1762105" y="1562100"/>
            <a:ext cx="0" cy="413385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16560" y="6216015"/>
            <a:ext cx="26714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>
              <a:buClrTx/>
              <a:buSzTx/>
              <a:buFontTx/>
              <a:defRPr sz="2400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Medium" panose="020B0600000000000000" charset="-122"/>
              </a:defRPr>
            </a:lvl1pPr>
          </a:lstStyle>
          <a:p>
            <a:r>
              <a:rPr lang="en-US" altLang="zh-CN" dirty="0"/>
              <a:t>20</a:t>
            </a:r>
            <a:r>
              <a:rPr lang="en-US" altLang="zh-CN" dirty="0">
                <a:cs typeface="Arial" panose="020B0604020202020204" pitchFamily="34" charset="0"/>
              </a:rPr>
              <a:t>25</a:t>
            </a:r>
            <a:endParaRPr lang="en-US" altLang="zh-CN" dirty="0"/>
          </a:p>
        </p:txBody>
      </p:sp>
      <p:sp>
        <p:nvSpPr>
          <p:cNvPr id="20" name="文本框 19"/>
          <p:cNvSpPr txBox="1"/>
          <p:nvPr/>
        </p:nvSpPr>
        <p:spPr>
          <a:xfrm>
            <a:off x="497840" y="2518410"/>
            <a:ext cx="7238365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1"/>
            <a:r>
              <a:rPr lang="zh-CN" altLang="en-US" sz="6600" dirty="0"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项目亮点</a:t>
            </a:r>
            <a:endParaRPr lang="en-US" altLang="zh-CN" sz="6600" dirty="0"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97840" y="1355725"/>
            <a:ext cx="2134235" cy="133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9600" dirty="0">
                <a:gradFill>
                  <a:gsLst>
                    <a:gs pos="16000">
                      <a:schemeClr val="tx1">
                        <a:lumMod val="95000"/>
                        <a:lumOff val="5000"/>
                        <a:alpha val="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67000"/>
                      </a:schemeClr>
                    </a:gs>
                  </a:gsLst>
                  <a:lin ang="16200000" scaled="0"/>
                </a:gradFill>
                <a:latin typeface="思源黑体 CN Bold" panose="020B0800000000000000" charset="-122"/>
                <a:cs typeface="思源黑体 CN Bold" panose="020B0800000000000000" charset="-122"/>
                <a:sym typeface="+mn-ea"/>
              </a:rPr>
              <a:t>02</a:t>
            </a:r>
            <a:endParaRPr lang="en-US" altLang="zh-CN" sz="9600" dirty="0">
              <a:gradFill>
                <a:gsLst>
                  <a:gs pos="16000">
                    <a:schemeClr val="tx1">
                      <a:lumMod val="95000"/>
                      <a:lumOff val="5000"/>
                      <a:alpha val="0"/>
                    </a:schemeClr>
                  </a:gs>
                  <a:gs pos="100000">
                    <a:schemeClr val="tx1">
                      <a:lumMod val="95000"/>
                      <a:lumOff val="5000"/>
                      <a:alpha val="67000"/>
                    </a:schemeClr>
                  </a:gs>
                </a:gsLst>
                <a:lin ang="16200000" scaled="0"/>
              </a:gradFill>
              <a:latin typeface="思源黑体 CN Bold" panose="020B0800000000000000" charset="-122"/>
              <a:cs typeface="思源黑体 CN Bold" panose="020B0800000000000000" charset="-122"/>
              <a:sym typeface="+mn-ea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H="1">
            <a:off x="658178" y="4929505"/>
            <a:ext cx="388302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38480" y="3583503"/>
            <a:ext cx="2945523" cy="3086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lvl="0" algn="dist">
              <a:buClrTx/>
              <a:buSzTx/>
              <a:buFontTx/>
              <a:defRPr sz="1400" cap="all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defRPr>
            </a:lvl1pPr>
          </a:lstStyle>
          <a:p>
            <a:r>
              <a:rPr lang="en-US" altLang="zh-CN" dirty="0">
                <a:sym typeface="+mn-ea"/>
              </a:rPr>
              <a:t>heightspoints </a:t>
            </a:r>
            <a:endParaRPr lang="en-US" altLang="zh-CN" dirty="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369570" y="252730"/>
            <a:ext cx="2256225" cy="4762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lvl="1">
              <a:buClrTx/>
              <a:buSzTx/>
              <a:buFontTx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/>
            <a:r>
              <a:rPr lang="zh-CN" altLang="en-US" sz="2500" dirty="0">
                <a:sym typeface="+mn-ea"/>
              </a:rPr>
              <a:t>项目</a:t>
            </a:r>
            <a:r>
              <a:rPr lang="zh-CN" altLang="en-US" sz="2500" dirty="0">
                <a:cs typeface="Arial" panose="020B0604020202020204" pitchFamily="34" charset="0"/>
                <a:sym typeface="+mn-ea"/>
              </a:rPr>
              <a:t>功能模块</a:t>
            </a:r>
            <a:endParaRPr lang="en-US" altLang="zh-CN" sz="2500" dirty="0"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69570" y="582930"/>
            <a:ext cx="2395855" cy="350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rPr>
              <a:t>Project Functional Modules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7" name="椭圆 6"/>
          <p:cNvSpPr/>
          <p:nvPr>
            <p:custDataLst>
              <p:tags r:id="rId1"/>
            </p:custDataLst>
          </p:nvPr>
        </p:nvSpPr>
        <p:spPr>
          <a:xfrm>
            <a:off x="1106043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8" name="椭圆 7"/>
          <p:cNvSpPr/>
          <p:nvPr>
            <p:custDataLst>
              <p:tags r:id="rId2"/>
            </p:custDataLst>
          </p:nvPr>
        </p:nvSpPr>
        <p:spPr>
          <a:xfrm>
            <a:off x="11330305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1160018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grpSp>
        <p:nvGrpSpPr>
          <p:cNvPr id="61" name="组合 60"/>
          <p:cNvGrpSpPr/>
          <p:nvPr userDrawn="1"/>
        </p:nvGrpSpPr>
        <p:grpSpPr>
          <a:xfrm>
            <a:off x="3374862" y="302339"/>
            <a:ext cx="5525135" cy="1837690"/>
            <a:chOff x="4799" y="55"/>
            <a:chExt cx="8701" cy="2894"/>
          </a:xfrm>
        </p:grpSpPr>
        <p:sp>
          <p:nvSpPr>
            <p:cNvPr id="33" name="圆角矩形 32"/>
            <p:cNvSpPr/>
            <p:nvPr userDrawn="1"/>
          </p:nvSpPr>
          <p:spPr>
            <a:xfrm>
              <a:off x="7546" y="1855"/>
              <a:ext cx="2062" cy="1093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系统管理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9" name="圆角矩形 38"/>
            <p:cNvSpPr/>
            <p:nvPr userDrawn="1"/>
          </p:nvSpPr>
          <p:spPr>
            <a:xfrm>
              <a:off x="4799" y="55"/>
              <a:ext cx="1274" cy="1093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用户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0" name="圆角矩形 39"/>
            <p:cNvSpPr/>
            <p:nvPr userDrawn="1"/>
          </p:nvSpPr>
          <p:spPr>
            <a:xfrm>
              <a:off x="6686" y="55"/>
              <a:ext cx="1241" cy="1093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相册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1" name="圆角矩形 40"/>
            <p:cNvSpPr/>
            <p:nvPr userDrawn="1"/>
          </p:nvSpPr>
          <p:spPr>
            <a:xfrm>
              <a:off x="8501" y="55"/>
              <a:ext cx="1207" cy="1093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社区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2" name="圆角矩形 41"/>
            <p:cNvSpPr/>
            <p:nvPr userDrawn="1"/>
          </p:nvSpPr>
          <p:spPr>
            <a:xfrm>
              <a:off x="10287" y="55"/>
              <a:ext cx="1510" cy="1093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敏感词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6" name="圆角矩形 45"/>
            <p:cNvSpPr/>
            <p:nvPr userDrawn="1"/>
          </p:nvSpPr>
          <p:spPr>
            <a:xfrm>
              <a:off x="12142" y="55"/>
              <a:ext cx="1358" cy="1093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审核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47" name="直接箭头连接符 46"/>
            <p:cNvCxnSpPr/>
            <p:nvPr userDrawn="1"/>
          </p:nvCxnSpPr>
          <p:spPr>
            <a:xfrm flipH="1" flipV="1">
              <a:off x="5891" y="1243"/>
              <a:ext cx="1375" cy="497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 userDrawn="1"/>
          </p:nvCxnSpPr>
          <p:spPr>
            <a:xfrm flipH="1" flipV="1">
              <a:off x="7491" y="1220"/>
              <a:ext cx="621" cy="542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/>
            <p:nvPr userDrawn="1"/>
          </p:nvCxnSpPr>
          <p:spPr>
            <a:xfrm flipV="1">
              <a:off x="8788" y="1243"/>
              <a:ext cx="248" cy="464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/>
            <p:nvPr userDrawn="1"/>
          </p:nvCxnSpPr>
          <p:spPr>
            <a:xfrm flipV="1">
              <a:off x="9468" y="1258"/>
              <a:ext cx="777" cy="481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/>
            <p:nvPr userDrawn="1"/>
          </p:nvCxnSpPr>
          <p:spPr>
            <a:xfrm flipV="1">
              <a:off x="9865" y="1309"/>
              <a:ext cx="2203" cy="563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60" name="组合 59"/>
          <p:cNvGrpSpPr/>
          <p:nvPr userDrawn="1"/>
        </p:nvGrpSpPr>
        <p:grpSpPr>
          <a:xfrm>
            <a:off x="620849" y="2066548"/>
            <a:ext cx="10960735" cy="4479290"/>
            <a:chOff x="582" y="2802"/>
            <a:chExt cx="17261" cy="7054"/>
          </a:xfrm>
        </p:grpSpPr>
        <p:sp>
          <p:nvSpPr>
            <p:cNvPr id="2" name="圆角矩形 1"/>
            <p:cNvSpPr/>
            <p:nvPr userDrawn="1"/>
          </p:nvSpPr>
          <p:spPr>
            <a:xfrm>
              <a:off x="7546" y="4158"/>
              <a:ext cx="2534" cy="1193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en-US" altLang="zh-CN">
                  <a:solidFill>
                    <a:srgbClr val="000000"/>
                  </a:solidFill>
                </a:rPr>
                <a:t>PHO</a:t>
              </a:r>
              <a:r>
                <a:rPr lang="en-US" altLang="zh-CN">
                  <a:solidFill>
                    <a:srgbClr val="000000"/>
                  </a:solidFill>
                  <a:cs typeface="Arial" panose="020B0604020202020204" pitchFamily="34" charset="0"/>
                </a:rPr>
                <a:t>TOX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4" name="直接箭头连接符 3"/>
            <p:cNvCxnSpPr/>
            <p:nvPr userDrawn="1"/>
          </p:nvCxnSpPr>
          <p:spPr>
            <a:xfrm>
              <a:off x="10196" y="4771"/>
              <a:ext cx="1375" cy="0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" name="圆角矩形 4"/>
            <p:cNvSpPr/>
            <p:nvPr userDrawn="1"/>
          </p:nvSpPr>
          <p:spPr>
            <a:xfrm>
              <a:off x="11588" y="4158"/>
              <a:ext cx="2137" cy="1093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图片管理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15" name="直接箭头连接符 14"/>
            <p:cNvCxnSpPr/>
            <p:nvPr userDrawn="1"/>
          </p:nvCxnSpPr>
          <p:spPr>
            <a:xfrm flipH="1">
              <a:off x="6553" y="5591"/>
              <a:ext cx="1507" cy="629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9" name="圆角矩形 18"/>
            <p:cNvSpPr/>
            <p:nvPr userDrawn="1"/>
          </p:nvSpPr>
          <p:spPr>
            <a:xfrm>
              <a:off x="5269" y="6461"/>
              <a:ext cx="2137" cy="1093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社区互动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20" name="直接箭头连接符 19"/>
            <p:cNvCxnSpPr/>
            <p:nvPr userDrawn="1"/>
          </p:nvCxnSpPr>
          <p:spPr>
            <a:xfrm flipH="1">
              <a:off x="6073" y="4771"/>
              <a:ext cx="1292" cy="0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 userDrawn="1"/>
          </p:nvCxnSpPr>
          <p:spPr>
            <a:xfrm flipV="1">
              <a:off x="8705" y="3117"/>
              <a:ext cx="0" cy="845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 userDrawn="1"/>
          </p:nvCxnSpPr>
          <p:spPr>
            <a:xfrm flipH="1">
              <a:off x="3903" y="7771"/>
              <a:ext cx="1590" cy="828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" name="圆角矩形 24"/>
            <p:cNvSpPr/>
            <p:nvPr userDrawn="1"/>
          </p:nvSpPr>
          <p:spPr>
            <a:xfrm>
              <a:off x="582" y="2802"/>
              <a:ext cx="2137" cy="1026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旅行轨迹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6" name="圆角矩形 25"/>
            <p:cNvSpPr/>
            <p:nvPr userDrawn="1"/>
          </p:nvSpPr>
          <p:spPr>
            <a:xfrm>
              <a:off x="4135" y="4224"/>
              <a:ext cx="1756" cy="1093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en-US" altLang="zh-CN">
                  <a:solidFill>
                    <a:srgbClr val="000000"/>
                  </a:solidFill>
                </a:rPr>
                <a:t>AI</a:t>
              </a:r>
              <a:r>
                <a:rPr lang="zh-CN" altLang="en-US">
                  <a:solidFill>
                    <a:srgbClr val="000000"/>
                  </a:solidFill>
                  <a:cs typeface="Arial" panose="020B0604020202020204" pitchFamily="34" charset="0"/>
                </a:rPr>
                <a:t>集成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27" name="直接箭头连接符 26"/>
            <p:cNvCxnSpPr/>
            <p:nvPr userDrawn="1"/>
          </p:nvCxnSpPr>
          <p:spPr>
            <a:xfrm flipH="1" flipV="1">
              <a:off x="2818" y="3828"/>
              <a:ext cx="1060" cy="745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 userDrawn="1"/>
          </p:nvCxnSpPr>
          <p:spPr>
            <a:xfrm flipH="1">
              <a:off x="2785" y="4855"/>
              <a:ext cx="1093" cy="0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" name="圆角矩形 28"/>
            <p:cNvSpPr/>
            <p:nvPr userDrawn="1"/>
          </p:nvSpPr>
          <p:spPr>
            <a:xfrm>
              <a:off x="582" y="4257"/>
              <a:ext cx="2137" cy="1093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智能</a:t>
              </a:r>
              <a:r>
                <a:rPr lang="zh-CN" altLang="en-US">
                  <a:solidFill>
                    <a:srgbClr val="000000"/>
                  </a:solidFill>
                  <a:cs typeface="Arial" panose="020B0604020202020204" pitchFamily="34" charset="0"/>
                </a:rPr>
                <a:t>分类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3" name="直接箭头连接符 2"/>
            <p:cNvCxnSpPr/>
            <p:nvPr userDrawn="1"/>
          </p:nvCxnSpPr>
          <p:spPr>
            <a:xfrm flipH="1">
              <a:off x="2918" y="5138"/>
              <a:ext cx="961" cy="911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圆角矩形 5"/>
            <p:cNvSpPr/>
            <p:nvPr userDrawn="1"/>
          </p:nvSpPr>
          <p:spPr>
            <a:xfrm>
              <a:off x="648" y="5734"/>
              <a:ext cx="2137" cy="1093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en-US" altLang="zh-CN">
                  <a:solidFill>
                    <a:srgbClr val="000000"/>
                  </a:solidFill>
                </a:rPr>
                <a:t>AI</a:t>
              </a:r>
              <a:r>
                <a:rPr lang="zh-CN" altLang="en-US">
                  <a:solidFill>
                    <a:srgbClr val="000000"/>
                  </a:solidFill>
                  <a:cs typeface="Arial" panose="020B0604020202020204" pitchFamily="34" charset="0"/>
                </a:rPr>
                <a:t>分析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" name="圆角矩形 9"/>
            <p:cNvSpPr/>
            <p:nvPr userDrawn="1"/>
          </p:nvSpPr>
          <p:spPr>
            <a:xfrm>
              <a:off x="2313" y="8764"/>
              <a:ext cx="1590" cy="1093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点赞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6" name="圆角矩形 15"/>
            <p:cNvSpPr/>
            <p:nvPr userDrawn="1"/>
          </p:nvSpPr>
          <p:spPr>
            <a:xfrm>
              <a:off x="4656" y="8764"/>
              <a:ext cx="1590" cy="1093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评论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1" name="圆角矩形 20"/>
            <p:cNvSpPr/>
            <p:nvPr userDrawn="1"/>
          </p:nvSpPr>
          <p:spPr>
            <a:xfrm>
              <a:off x="6859" y="8764"/>
              <a:ext cx="1590" cy="1093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关注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4" name="圆角矩形 23"/>
            <p:cNvSpPr/>
            <p:nvPr userDrawn="1"/>
          </p:nvSpPr>
          <p:spPr>
            <a:xfrm>
              <a:off x="9072" y="8764"/>
              <a:ext cx="1590" cy="1093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收藏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30" name="直接箭头连接符 29"/>
            <p:cNvCxnSpPr/>
            <p:nvPr userDrawn="1"/>
          </p:nvCxnSpPr>
          <p:spPr>
            <a:xfrm>
              <a:off x="7339" y="7804"/>
              <a:ext cx="1822" cy="762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 userDrawn="1"/>
          </p:nvCxnSpPr>
          <p:spPr>
            <a:xfrm flipH="1">
              <a:off x="5743" y="7804"/>
              <a:ext cx="315" cy="845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 userDrawn="1"/>
          </p:nvCxnSpPr>
          <p:spPr>
            <a:xfrm>
              <a:off x="6859" y="7804"/>
              <a:ext cx="480" cy="878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/>
            <p:nvPr userDrawn="1"/>
          </p:nvCxnSpPr>
          <p:spPr>
            <a:xfrm flipV="1">
              <a:off x="13917" y="4209"/>
              <a:ext cx="696" cy="364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5" name="圆角矩形 34"/>
            <p:cNvSpPr/>
            <p:nvPr userDrawn="1"/>
          </p:nvSpPr>
          <p:spPr>
            <a:xfrm>
              <a:off x="14811" y="3563"/>
              <a:ext cx="3032" cy="911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增</a:t>
              </a:r>
              <a:r>
                <a:rPr lang="zh-CN" altLang="en-US">
                  <a:solidFill>
                    <a:srgbClr val="000000"/>
                  </a:solidFill>
                  <a:cs typeface="Arial" panose="020B0604020202020204" pitchFamily="34" charset="0"/>
                </a:rPr>
                <a:t>、删、改、查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36" name="直接箭头连接符 35"/>
            <p:cNvCxnSpPr/>
            <p:nvPr userDrawn="1"/>
          </p:nvCxnSpPr>
          <p:spPr>
            <a:xfrm>
              <a:off x="13917" y="4820"/>
              <a:ext cx="712" cy="547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7" name="圆角矩形 36"/>
            <p:cNvSpPr/>
            <p:nvPr userDrawn="1"/>
          </p:nvSpPr>
          <p:spPr>
            <a:xfrm>
              <a:off x="14811" y="5055"/>
              <a:ext cx="2137" cy="894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批量处理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52" name="直接箭头连接符 51"/>
            <p:cNvCxnSpPr/>
            <p:nvPr userDrawn="1"/>
          </p:nvCxnSpPr>
          <p:spPr>
            <a:xfrm>
              <a:off x="13890" y="5234"/>
              <a:ext cx="663" cy="1342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3" name="圆角矩形 52"/>
            <p:cNvSpPr/>
            <p:nvPr userDrawn="1"/>
          </p:nvSpPr>
          <p:spPr>
            <a:xfrm>
              <a:off x="14811" y="6379"/>
              <a:ext cx="2862" cy="944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图片</a:t>
              </a:r>
              <a:r>
                <a:rPr lang="zh-CN" altLang="en-US">
                  <a:solidFill>
                    <a:srgbClr val="000000"/>
                  </a:solidFill>
                  <a:cs typeface="Arial" panose="020B0604020202020204" pitchFamily="34" charset="0"/>
                </a:rPr>
                <a:t>参数调节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54" name="直接箭头连接符 53"/>
            <p:cNvCxnSpPr/>
            <p:nvPr userDrawn="1"/>
          </p:nvCxnSpPr>
          <p:spPr>
            <a:xfrm>
              <a:off x="9271" y="5591"/>
              <a:ext cx="1391" cy="679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5" name="圆角矩形 54"/>
            <p:cNvSpPr/>
            <p:nvPr userDrawn="1"/>
          </p:nvSpPr>
          <p:spPr>
            <a:xfrm>
              <a:off x="9608" y="6461"/>
              <a:ext cx="2189" cy="1093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相关推荐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56" name="直接箭头连接符 55"/>
            <p:cNvCxnSpPr/>
            <p:nvPr userDrawn="1"/>
          </p:nvCxnSpPr>
          <p:spPr>
            <a:xfrm>
              <a:off x="11405" y="7804"/>
              <a:ext cx="298" cy="762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直接箭头连接符 56"/>
            <p:cNvCxnSpPr/>
            <p:nvPr userDrawn="1"/>
          </p:nvCxnSpPr>
          <p:spPr>
            <a:xfrm>
              <a:off x="12002" y="7338"/>
              <a:ext cx="1375" cy="812"/>
            </a:xfrm>
            <a:prstGeom prst="straightConnector1">
              <a:avLst/>
            </a:prstGeom>
            <a:ln w="19050" cap="flat" cmpd="sng" algn="ctr">
              <a:solidFill>
                <a:srgbClr val="979797">
                  <a:alpha val="100000"/>
                </a:srgbClr>
              </a:solidFill>
              <a:prstDash val="solid"/>
              <a:miter lim="800000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8" name="圆角矩形 57"/>
            <p:cNvSpPr/>
            <p:nvPr userDrawn="1"/>
          </p:nvSpPr>
          <p:spPr>
            <a:xfrm>
              <a:off x="11185" y="8764"/>
              <a:ext cx="2137" cy="894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类别推送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59" name="圆角矩形 58"/>
            <p:cNvSpPr/>
            <p:nvPr userDrawn="1"/>
          </p:nvSpPr>
          <p:spPr>
            <a:xfrm>
              <a:off x="13620" y="8001"/>
              <a:ext cx="2667" cy="894"/>
            </a:xfrm>
            <a:prstGeom prst="roundRect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用户喜好推送</a:t>
              </a:r>
              <a:endParaRPr lang="zh-CN" altLang="en-US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369570" y="252730"/>
            <a:ext cx="2395883" cy="4762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lvl="1">
              <a:buClrTx/>
              <a:buSzTx/>
              <a:buFontTx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/>
            <a:r>
              <a:rPr lang="zh-CN" altLang="en-US" sz="2500" dirty="0">
                <a:sym typeface="+mn-ea"/>
              </a:rPr>
              <a:t>项目</a:t>
            </a:r>
            <a:r>
              <a:rPr lang="zh-CN" altLang="en-US" sz="2500" dirty="0">
                <a:cs typeface="Arial" panose="020B0604020202020204" pitchFamily="34" charset="0"/>
                <a:sym typeface="+mn-ea"/>
              </a:rPr>
              <a:t>亮点</a:t>
            </a:r>
            <a:endParaRPr lang="en-US" altLang="zh-CN" sz="2500" dirty="0"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69570" y="582930"/>
            <a:ext cx="2251581" cy="350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rPr>
              <a:t>Project Highlights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7" name="椭圆 6"/>
          <p:cNvSpPr/>
          <p:nvPr>
            <p:custDataLst>
              <p:tags r:id="rId1"/>
            </p:custDataLst>
          </p:nvPr>
        </p:nvSpPr>
        <p:spPr>
          <a:xfrm>
            <a:off x="1106043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8" name="椭圆 7"/>
          <p:cNvSpPr/>
          <p:nvPr>
            <p:custDataLst>
              <p:tags r:id="rId2"/>
            </p:custDataLst>
          </p:nvPr>
        </p:nvSpPr>
        <p:spPr>
          <a:xfrm>
            <a:off x="11330305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1160018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grpSp>
        <p:nvGrpSpPr>
          <p:cNvPr id="111" name="组合 110"/>
          <p:cNvGrpSpPr/>
          <p:nvPr userDrawn="1"/>
        </p:nvGrpSpPr>
        <p:grpSpPr>
          <a:xfrm>
            <a:off x="496517" y="1678165"/>
            <a:ext cx="2645068" cy="3851772"/>
            <a:chOff x="1038" y="3279"/>
            <a:chExt cx="4165" cy="6066"/>
          </a:xfrm>
        </p:grpSpPr>
        <p:sp>
          <p:nvSpPr>
            <p:cNvPr id="3" name="圆角矩形 2"/>
            <p:cNvSpPr/>
            <p:nvPr/>
          </p:nvSpPr>
          <p:spPr>
            <a:xfrm>
              <a:off x="1038" y="3279"/>
              <a:ext cx="4002" cy="6066"/>
            </a:xfrm>
            <a:prstGeom prst="roundRect">
              <a:avLst>
                <a:gd name="adj" fmla="val 3001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思源黑体 CN Light" panose="020B0300000000000000" charset="-122"/>
                <a:sym typeface="+mn-ea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 rot="0">
              <a:off x="1273" y="3595"/>
              <a:ext cx="798" cy="855"/>
              <a:chOff x="1064" y="6360"/>
              <a:chExt cx="836" cy="836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1064" y="6360"/>
                <a:ext cx="837" cy="837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Light" panose="020B0300000000000000" charset="-122"/>
                </a:endParaRPr>
              </a:p>
            </p:txBody>
          </p:sp>
          <p:grpSp>
            <p:nvGrpSpPr>
              <p:cNvPr id="11" name="图片 12" descr="32313538333630393b32313538333731393bcbd1cbf7bfceb3cc"/>
              <p:cNvGrpSpPr/>
              <p:nvPr/>
            </p:nvGrpSpPr>
            <p:grpSpPr>
              <a:xfrm>
                <a:off x="1280" y="6566"/>
                <a:ext cx="398" cy="398"/>
                <a:chOff x="3519169" y="2971799"/>
                <a:chExt cx="914399" cy="914399"/>
              </a:xfrm>
              <a:solidFill>
                <a:schemeClr val="bg1"/>
              </a:solidFill>
            </p:grpSpPr>
            <p:sp>
              <p:nvSpPr>
                <p:cNvPr id="12" name="任意多边形: 形状 67"/>
                <p:cNvSpPr/>
                <p:nvPr/>
              </p:nvSpPr>
              <p:spPr>
                <a:xfrm>
                  <a:off x="3519169" y="2971799"/>
                  <a:ext cx="393171" cy="393171"/>
                </a:xfrm>
                <a:custGeom>
                  <a:avLst/>
                  <a:gdLst>
                    <a:gd name="connsiteX0" fmla="*/ 338081 w 393171"/>
                    <a:gd name="connsiteY0" fmla="*/ -229 h 393171"/>
                    <a:gd name="connsiteX1" fmla="*/ 54632 w 393171"/>
                    <a:gd name="connsiteY1" fmla="*/ -229 h 393171"/>
                    <a:gd name="connsiteX2" fmla="*/ -229 w 393171"/>
                    <a:gd name="connsiteY2" fmla="*/ 54632 h 393171"/>
                    <a:gd name="connsiteX3" fmla="*/ -229 w 393171"/>
                    <a:gd name="connsiteY3" fmla="*/ 338081 h 393171"/>
                    <a:gd name="connsiteX4" fmla="*/ 54632 w 393171"/>
                    <a:gd name="connsiteY4" fmla="*/ 392942 h 393171"/>
                    <a:gd name="connsiteX5" fmla="*/ 185133 w 393171"/>
                    <a:gd name="connsiteY5" fmla="*/ 392942 h 393171"/>
                    <a:gd name="connsiteX6" fmla="*/ 210746 w 393171"/>
                    <a:gd name="connsiteY6" fmla="*/ 338081 h 393171"/>
                    <a:gd name="connsiteX7" fmla="*/ 54632 w 393171"/>
                    <a:gd name="connsiteY7" fmla="*/ 338081 h 393171"/>
                    <a:gd name="connsiteX8" fmla="*/ 54632 w 393171"/>
                    <a:gd name="connsiteY8" fmla="*/ 54632 h 393171"/>
                    <a:gd name="connsiteX9" fmla="*/ 338081 w 393171"/>
                    <a:gd name="connsiteY9" fmla="*/ 54632 h 393171"/>
                    <a:gd name="connsiteX10" fmla="*/ 338081 w 393171"/>
                    <a:gd name="connsiteY10" fmla="*/ 210746 h 393171"/>
                    <a:gd name="connsiteX11" fmla="*/ 392942 w 393171"/>
                    <a:gd name="connsiteY11" fmla="*/ 185133 h 393171"/>
                    <a:gd name="connsiteX12" fmla="*/ 392942 w 393171"/>
                    <a:gd name="connsiteY12" fmla="*/ 54632 h 393171"/>
                    <a:gd name="connsiteX13" fmla="*/ 338081 w 393171"/>
                    <a:gd name="connsiteY13" fmla="*/ -229 h 393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93171" h="393171">
                      <a:moveTo>
                        <a:pt x="338081" y="-229"/>
                      </a:moveTo>
                      <a:lnTo>
                        <a:pt x="54632" y="-229"/>
                      </a:lnTo>
                      <a:cubicBezTo>
                        <a:pt x="24333" y="-229"/>
                        <a:pt x="-229" y="24333"/>
                        <a:pt x="-229" y="54632"/>
                      </a:cubicBezTo>
                      <a:lnTo>
                        <a:pt x="-229" y="338081"/>
                      </a:lnTo>
                      <a:cubicBezTo>
                        <a:pt x="-229" y="368380"/>
                        <a:pt x="24333" y="392942"/>
                        <a:pt x="54632" y="392942"/>
                      </a:cubicBezTo>
                      <a:lnTo>
                        <a:pt x="185133" y="392942"/>
                      </a:lnTo>
                      <a:cubicBezTo>
                        <a:pt x="192027" y="373932"/>
                        <a:pt x="200598" y="355573"/>
                        <a:pt x="210746" y="338081"/>
                      </a:cubicBezTo>
                      <a:lnTo>
                        <a:pt x="54632" y="338081"/>
                      </a:lnTo>
                      <a:lnTo>
                        <a:pt x="54632" y="54632"/>
                      </a:lnTo>
                      <a:lnTo>
                        <a:pt x="338081" y="54632"/>
                      </a:lnTo>
                      <a:lnTo>
                        <a:pt x="338081" y="210746"/>
                      </a:lnTo>
                      <a:cubicBezTo>
                        <a:pt x="355573" y="200598"/>
                        <a:pt x="373932" y="192027"/>
                        <a:pt x="392942" y="185133"/>
                      </a:cubicBezTo>
                      <a:lnTo>
                        <a:pt x="392942" y="54632"/>
                      </a:lnTo>
                      <a:cubicBezTo>
                        <a:pt x="392942" y="24333"/>
                        <a:pt x="368380" y="-229"/>
                        <a:pt x="338081" y="-229"/>
                      </a:cubicBezTo>
                      <a:close/>
                    </a:path>
                  </a:pathLst>
                </a:custGeom>
                <a:grpFill/>
                <a:ln w="11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思源黑体 CN Light" panose="020B0300000000000000" charset="-122"/>
                  </a:endParaRPr>
                </a:p>
              </p:txBody>
            </p:sp>
            <p:sp>
              <p:nvSpPr>
                <p:cNvPr id="13" name="任意多边形: 形状 68"/>
                <p:cNvSpPr/>
                <p:nvPr/>
              </p:nvSpPr>
              <p:spPr>
                <a:xfrm>
                  <a:off x="4040350" y="2971799"/>
                  <a:ext cx="393171" cy="393171"/>
                </a:xfrm>
                <a:custGeom>
                  <a:avLst/>
                  <a:gdLst>
                    <a:gd name="connsiteX0" fmla="*/ 337771 w 393171"/>
                    <a:gd name="connsiteY0" fmla="*/ -229 h 393171"/>
                    <a:gd name="connsiteX1" fmla="*/ 54322 w 393171"/>
                    <a:gd name="connsiteY1" fmla="*/ -229 h 393171"/>
                    <a:gd name="connsiteX2" fmla="*/ -539 w 393171"/>
                    <a:gd name="connsiteY2" fmla="*/ 54632 h 393171"/>
                    <a:gd name="connsiteX3" fmla="*/ -539 w 393171"/>
                    <a:gd name="connsiteY3" fmla="*/ 164469 h 393171"/>
                    <a:gd name="connsiteX4" fmla="*/ 54322 w 393171"/>
                    <a:gd name="connsiteY4" fmla="*/ 170183 h 393171"/>
                    <a:gd name="connsiteX5" fmla="*/ 54322 w 393171"/>
                    <a:gd name="connsiteY5" fmla="*/ 54632 h 393171"/>
                    <a:gd name="connsiteX6" fmla="*/ 337771 w 393171"/>
                    <a:gd name="connsiteY6" fmla="*/ 54632 h 393171"/>
                    <a:gd name="connsiteX7" fmla="*/ 337771 w 393171"/>
                    <a:gd name="connsiteY7" fmla="*/ 338081 h 393171"/>
                    <a:gd name="connsiteX8" fmla="*/ 291379 w 393171"/>
                    <a:gd name="connsiteY8" fmla="*/ 338081 h 393171"/>
                    <a:gd name="connsiteX9" fmla="*/ 316992 w 393171"/>
                    <a:gd name="connsiteY9" fmla="*/ 392942 h 393171"/>
                    <a:gd name="connsiteX10" fmla="*/ 337771 w 393171"/>
                    <a:gd name="connsiteY10" fmla="*/ 392942 h 393171"/>
                    <a:gd name="connsiteX11" fmla="*/ 392632 w 393171"/>
                    <a:gd name="connsiteY11" fmla="*/ 338081 h 393171"/>
                    <a:gd name="connsiteX12" fmla="*/ 392632 w 393171"/>
                    <a:gd name="connsiteY12" fmla="*/ 54632 h 393171"/>
                    <a:gd name="connsiteX13" fmla="*/ 337771 w 393171"/>
                    <a:gd name="connsiteY13" fmla="*/ -229 h 393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93171" h="393171">
                      <a:moveTo>
                        <a:pt x="337771" y="-229"/>
                      </a:moveTo>
                      <a:lnTo>
                        <a:pt x="54322" y="-229"/>
                      </a:lnTo>
                      <a:cubicBezTo>
                        <a:pt x="24023" y="-229"/>
                        <a:pt x="-539" y="24333"/>
                        <a:pt x="-539" y="54632"/>
                      </a:cubicBezTo>
                      <a:lnTo>
                        <a:pt x="-539" y="164469"/>
                      </a:lnTo>
                      <a:cubicBezTo>
                        <a:pt x="17869" y="164937"/>
                        <a:pt x="36212" y="166847"/>
                        <a:pt x="54322" y="170183"/>
                      </a:cubicBezTo>
                      <a:lnTo>
                        <a:pt x="54322" y="54632"/>
                      </a:lnTo>
                      <a:lnTo>
                        <a:pt x="337771" y="54632"/>
                      </a:lnTo>
                      <a:lnTo>
                        <a:pt x="337771" y="338081"/>
                      </a:lnTo>
                      <a:lnTo>
                        <a:pt x="291379" y="338081"/>
                      </a:lnTo>
                      <a:cubicBezTo>
                        <a:pt x="301527" y="355573"/>
                        <a:pt x="310098" y="373932"/>
                        <a:pt x="316992" y="392942"/>
                      </a:cubicBezTo>
                      <a:lnTo>
                        <a:pt x="337771" y="392942"/>
                      </a:lnTo>
                      <a:cubicBezTo>
                        <a:pt x="368070" y="392942"/>
                        <a:pt x="392632" y="368380"/>
                        <a:pt x="392632" y="338081"/>
                      </a:cubicBezTo>
                      <a:lnTo>
                        <a:pt x="392632" y="54632"/>
                      </a:lnTo>
                      <a:cubicBezTo>
                        <a:pt x="392632" y="24333"/>
                        <a:pt x="368070" y="-229"/>
                        <a:pt x="337771" y="-229"/>
                      </a:cubicBezTo>
                      <a:close/>
                    </a:path>
                  </a:pathLst>
                </a:custGeom>
                <a:grpFill/>
                <a:ln w="11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思源黑体 CN Light" panose="020B0300000000000000" charset="-122"/>
                  </a:endParaRPr>
                </a:p>
              </p:txBody>
            </p:sp>
            <p:sp>
              <p:nvSpPr>
                <p:cNvPr id="14" name="任意多边形: 形状 69"/>
                <p:cNvSpPr/>
                <p:nvPr/>
              </p:nvSpPr>
              <p:spPr>
                <a:xfrm>
                  <a:off x="3519169" y="3492980"/>
                  <a:ext cx="393171" cy="393171"/>
                </a:xfrm>
                <a:custGeom>
                  <a:avLst/>
                  <a:gdLst>
                    <a:gd name="connsiteX0" fmla="*/ 338081 w 393171"/>
                    <a:gd name="connsiteY0" fmla="*/ 291379 h 393171"/>
                    <a:gd name="connsiteX1" fmla="*/ 338081 w 393171"/>
                    <a:gd name="connsiteY1" fmla="*/ 337771 h 393171"/>
                    <a:gd name="connsiteX2" fmla="*/ 54632 w 393171"/>
                    <a:gd name="connsiteY2" fmla="*/ 337771 h 393171"/>
                    <a:gd name="connsiteX3" fmla="*/ 54632 w 393171"/>
                    <a:gd name="connsiteY3" fmla="*/ 54322 h 393171"/>
                    <a:gd name="connsiteX4" fmla="*/ 170195 w 393171"/>
                    <a:gd name="connsiteY4" fmla="*/ 54322 h 393171"/>
                    <a:gd name="connsiteX5" fmla="*/ 164480 w 393171"/>
                    <a:gd name="connsiteY5" fmla="*/ -539 h 393171"/>
                    <a:gd name="connsiteX6" fmla="*/ 54632 w 393171"/>
                    <a:gd name="connsiteY6" fmla="*/ -539 h 393171"/>
                    <a:gd name="connsiteX7" fmla="*/ -229 w 393171"/>
                    <a:gd name="connsiteY7" fmla="*/ 54322 h 393171"/>
                    <a:gd name="connsiteX8" fmla="*/ -229 w 393171"/>
                    <a:gd name="connsiteY8" fmla="*/ 337771 h 393171"/>
                    <a:gd name="connsiteX9" fmla="*/ 54632 w 393171"/>
                    <a:gd name="connsiteY9" fmla="*/ 392632 h 393171"/>
                    <a:gd name="connsiteX10" fmla="*/ 338081 w 393171"/>
                    <a:gd name="connsiteY10" fmla="*/ 392632 h 393171"/>
                    <a:gd name="connsiteX11" fmla="*/ 392942 w 393171"/>
                    <a:gd name="connsiteY11" fmla="*/ 337771 h 393171"/>
                    <a:gd name="connsiteX12" fmla="*/ 392942 w 393171"/>
                    <a:gd name="connsiteY12" fmla="*/ 316992 h 393171"/>
                    <a:gd name="connsiteX13" fmla="*/ 338081 w 393171"/>
                    <a:gd name="connsiteY13" fmla="*/ 291379 h 393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93171" h="393171">
                      <a:moveTo>
                        <a:pt x="338081" y="291379"/>
                      </a:moveTo>
                      <a:lnTo>
                        <a:pt x="338081" y="337771"/>
                      </a:lnTo>
                      <a:lnTo>
                        <a:pt x="54632" y="337771"/>
                      </a:lnTo>
                      <a:lnTo>
                        <a:pt x="54632" y="54322"/>
                      </a:lnTo>
                      <a:lnTo>
                        <a:pt x="170195" y="54322"/>
                      </a:lnTo>
                      <a:cubicBezTo>
                        <a:pt x="166858" y="36212"/>
                        <a:pt x="164949" y="17869"/>
                        <a:pt x="164480" y="-539"/>
                      </a:cubicBezTo>
                      <a:lnTo>
                        <a:pt x="54632" y="-539"/>
                      </a:lnTo>
                      <a:cubicBezTo>
                        <a:pt x="24333" y="-539"/>
                        <a:pt x="-229" y="24023"/>
                        <a:pt x="-229" y="54322"/>
                      </a:cubicBezTo>
                      <a:lnTo>
                        <a:pt x="-229" y="337771"/>
                      </a:lnTo>
                      <a:cubicBezTo>
                        <a:pt x="-229" y="368070"/>
                        <a:pt x="24333" y="392632"/>
                        <a:pt x="54632" y="392632"/>
                      </a:cubicBezTo>
                      <a:lnTo>
                        <a:pt x="338081" y="392632"/>
                      </a:lnTo>
                      <a:cubicBezTo>
                        <a:pt x="368380" y="392632"/>
                        <a:pt x="392942" y="368070"/>
                        <a:pt x="392942" y="337771"/>
                      </a:cubicBezTo>
                      <a:lnTo>
                        <a:pt x="392942" y="316992"/>
                      </a:lnTo>
                      <a:cubicBezTo>
                        <a:pt x="373932" y="310098"/>
                        <a:pt x="355573" y="301527"/>
                        <a:pt x="338081" y="291379"/>
                      </a:cubicBezTo>
                      <a:close/>
                    </a:path>
                  </a:pathLst>
                </a:custGeom>
                <a:grpFill/>
                <a:ln w="11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思源黑体 CN Light" panose="020B0300000000000000" charset="-122"/>
                  </a:endParaRPr>
                </a:p>
              </p:txBody>
            </p:sp>
            <p:sp>
              <p:nvSpPr>
                <p:cNvPr id="21" name="任意多边形: 形状 70"/>
                <p:cNvSpPr/>
                <p:nvPr/>
              </p:nvSpPr>
              <p:spPr>
                <a:xfrm>
                  <a:off x="4249508" y="3702138"/>
                  <a:ext cx="184060" cy="184060"/>
                </a:xfrm>
                <a:custGeom>
                  <a:avLst/>
                  <a:gdLst>
                    <a:gd name="connsiteX0" fmla="*/ 38259 w 184060"/>
                    <a:gd name="connsiteY0" fmla="*/ -601 h 184060"/>
                    <a:gd name="connsiteX1" fmla="*/ 175411 w 184060"/>
                    <a:gd name="connsiteY1" fmla="*/ 136551 h 184060"/>
                    <a:gd name="connsiteX2" fmla="*/ 175411 w 184060"/>
                    <a:gd name="connsiteY2" fmla="*/ 175411 h 184060"/>
                    <a:gd name="connsiteX3" fmla="*/ 136551 w 184060"/>
                    <a:gd name="connsiteY3" fmla="*/ 175411 h 184060"/>
                    <a:gd name="connsiteX4" fmla="*/ -601 w 184060"/>
                    <a:gd name="connsiteY4" fmla="*/ 38259 h 184060"/>
                    <a:gd name="connsiteX5" fmla="*/ 38259 w 184060"/>
                    <a:gd name="connsiteY5" fmla="*/ -601 h 1840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4060" h="184060">
                      <a:moveTo>
                        <a:pt x="38259" y="-601"/>
                      </a:moveTo>
                      <a:lnTo>
                        <a:pt x="175411" y="136551"/>
                      </a:lnTo>
                      <a:cubicBezTo>
                        <a:pt x="186142" y="147282"/>
                        <a:pt x="186142" y="164680"/>
                        <a:pt x="175411" y="175411"/>
                      </a:cubicBezTo>
                      <a:cubicBezTo>
                        <a:pt x="164680" y="186142"/>
                        <a:pt x="147282" y="186142"/>
                        <a:pt x="136551" y="175411"/>
                      </a:cubicBezTo>
                      <a:lnTo>
                        <a:pt x="-601" y="38259"/>
                      </a:lnTo>
                      <a:lnTo>
                        <a:pt x="38259" y="-601"/>
                      </a:lnTo>
                      <a:close/>
                    </a:path>
                  </a:pathLst>
                </a:custGeom>
                <a:grpFill/>
                <a:ln w="11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思源黑体 CN Light" panose="020B0300000000000000" charset="-122"/>
                  </a:endParaRPr>
                </a:p>
              </p:txBody>
            </p:sp>
            <p:sp>
              <p:nvSpPr>
                <p:cNvPr id="24" name="任意多边形: 形状 71"/>
                <p:cNvSpPr/>
                <p:nvPr/>
              </p:nvSpPr>
              <p:spPr>
                <a:xfrm>
                  <a:off x="4003776" y="3456406"/>
                  <a:ext cx="237731" cy="237731"/>
                </a:xfrm>
                <a:custGeom>
                  <a:avLst/>
                  <a:gdLst>
                    <a:gd name="connsiteX0" fmla="*/ 26959 w 237731"/>
                    <a:gd name="connsiteY0" fmla="*/ 237260 h 237731"/>
                    <a:gd name="connsiteX1" fmla="*/ -471 w 237731"/>
                    <a:gd name="connsiteY1" fmla="*/ 209830 h 237731"/>
                    <a:gd name="connsiteX2" fmla="*/ 26959 w 237731"/>
                    <a:gd name="connsiteY2" fmla="*/ 182399 h 237731"/>
                    <a:gd name="connsiteX3" fmla="*/ 182399 w 237731"/>
                    <a:gd name="connsiteY3" fmla="*/ 26959 h 237731"/>
                    <a:gd name="connsiteX4" fmla="*/ 209830 w 237731"/>
                    <a:gd name="connsiteY4" fmla="*/ -471 h 237731"/>
                    <a:gd name="connsiteX5" fmla="*/ 237260 w 237731"/>
                    <a:gd name="connsiteY5" fmla="*/ 26959 h 237731"/>
                    <a:gd name="connsiteX6" fmla="*/ 26959 w 237731"/>
                    <a:gd name="connsiteY6" fmla="*/ 237260 h 237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37731" h="237731">
                      <a:moveTo>
                        <a:pt x="26959" y="237260"/>
                      </a:moveTo>
                      <a:cubicBezTo>
                        <a:pt x="11810" y="237260"/>
                        <a:pt x="-471" y="224979"/>
                        <a:pt x="-471" y="209830"/>
                      </a:cubicBezTo>
                      <a:cubicBezTo>
                        <a:pt x="-471" y="194680"/>
                        <a:pt x="11810" y="182399"/>
                        <a:pt x="26959" y="182399"/>
                      </a:cubicBezTo>
                      <a:cubicBezTo>
                        <a:pt x="112680" y="182399"/>
                        <a:pt x="182399" y="112680"/>
                        <a:pt x="182399" y="26959"/>
                      </a:cubicBezTo>
                      <a:cubicBezTo>
                        <a:pt x="182399" y="11810"/>
                        <a:pt x="194680" y="-471"/>
                        <a:pt x="209830" y="-471"/>
                      </a:cubicBezTo>
                      <a:cubicBezTo>
                        <a:pt x="224979" y="-471"/>
                        <a:pt x="237260" y="11810"/>
                        <a:pt x="237260" y="26959"/>
                      </a:cubicBezTo>
                      <a:cubicBezTo>
                        <a:pt x="237260" y="142922"/>
                        <a:pt x="142922" y="237260"/>
                        <a:pt x="26959" y="237260"/>
                      </a:cubicBezTo>
                      <a:close/>
                    </a:path>
                  </a:pathLst>
                </a:custGeom>
                <a:grpFill/>
                <a:ln w="11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思源黑体 CN Light" panose="020B0300000000000000" charset="-122"/>
                  </a:endParaRPr>
                </a:p>
              </p:txBody>
            </p:sp>
            <p:sp>
              <p:nvSpPr>
                <p:cNvPr id="31" name="任意多边形: 形状 72"/>
                <p:cNvSpPr/>
                <p:nvPr/>
              </p:nvSpPr>
              <p:spPr>
                <a:xfrm>
                  <a:off x="3683736" y="3136382"/>
                  <a:ext cx="694941" cy="694908"/>
                </a:xfrm>
                <a:custGeom>
                  <a:avLst/>
                  <a:gdLst>
                    <a:gd name="connsiteX0" fmla="*/ 347054 w 694941"/>
                    <a:gd name="connsiteY0" fmla="*/ 694491 h 694908"/>
                    <a:gd name="connsiteX1" fmla="*/ -297 w 694941"/>
                    <a:gd name="connsiteY1" fmla="*/ 355815 h 694908"/>
                    <a:gd name="connsiteX2" fmla="*/ 347054 w 694941"/>
                    <a:gd name="connsiteY2" fmla="*/ -416 h 694908"/>
                    <a:gd name="connsiteX3" fmla="*/ 694405 w 694941"/>
                    <a:gd name="connsiteY3" fmla="*/ 338260 h 694908"/>
                    <a:gd name="connsiteX4" fmla="*/ 347054 w 694941"/>
                    <a:gd name="connsiteY4" fmla="*/ 694491 h 694908"/>
                    <a:gd name="connsiteX5" fmla="*/ 347054 w 694941"/>
                    <a:gd name="connsiteY5" fmla="*/ 54445 h 694908"/>
                    <a:gd name="connsiteX6" fmla="*/ 54633 w 694941"/>
                    <a:gd name="connsiteY6" fmla="*/ 336751 h 694908"/>
                    <a:gd name="connsiteX7" fmla="*/ 347054 w 694941"/>
                    <a:gd name="connsiteY7" fmla="*/ 639630 h 694908"/>
                    <a:gd name="connsiteX8" fmla="*/ 639475 w 694941"/>
                    <a:gd name="connsiteY8" fmla="*/ 357324 h 694908"/>
                    <a:gd name="connsiteX9" fmla="*/ 347054 w 694941"/>
                    <a:gd name="connsiteY9" fmla="*/ 54445 h 694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94941" h="694908">
                      <a:moveTo>
                        <a:pt x="347054" y="694491"/>
                      </a:moveTo>
                      <a:cubicBezTo>
                        <a:pt x="157555" y="694777"/>
                        <a:pt x="3955" y="542549"/>
                        <a:pt x="-297" y="355815"/>
                      </a:cubicBezTo>
                      <a:cubicBezTo>
                        <a:pt x="-5406" y="159378"/>
                        <a:pt x="153257" y="-770"/>
                        <a:pt x="347054" y="-416"/>
                      </a:cubicBezTo>
                      <a:cubicBezTo>
                        <a:pt x="536553" y="-702"/>
                        <a:pt x="690153" y="151526"/>
                        <a:pt x="694405" y="338260"/>
                      </a:cubicBezTo>
                      <a:cubicBezTo>
                        <a:pt x="699514" y="534697"/>
                        <a:pt x="540851" y="694845"/>
                        <a:pt x="347054" y="694491"/>
                      </a:cubicBezTo>
                      <a:moveTo>
                        <a:pt x="347054" y="54445"/>
                      </a:moveTo>
                      <a:cubicBezTo>
                        <a:pt x="188288" y="54205"/>
                        <a:pt x="59662" y="181037"/>
                        <a:pt x="54633" y="336751"/>
                      </a:cubicBezTo>
                      <a:cubicBezTo>
                        <a:pt x="48678" y="503506"/>
                        <a:pt x="183019" y="639961"/>
                        <a:pt x="347054" y="639630"/>
                      </a:cubicBezTo>
                      <a:cubicBezTo>
                        <a:pt x="505820" y="639870"/>
                        <a:pt x="634446" y="513038"/>
                        <a:pt x="639475" y="357324"/>
                      </a:cubicBezTo>
                      <a:cubicBezTo>
                        <a:pt x="645430" y="190569"/>
                        <a:pt x="511089" y="54114"/>
                        <a:pt x="347054" y="54445"/>
                      </a:cubicBezTo>
                    </a:path>
                  </a:pathLst>
                </a:custGeom>
                <a:grpFill/>
                <a:ln w="11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cs typeface="思源黑体 CN Light" panose="020B0300000000000000" charset="-122"/>
                  </a:endParaRPr>
                </a:p>
              </p:txBody>
            </p:sp>
          </p:grpSp>
        </p:grpSp>
        <p:sp>
          <p:nvSpPr>
            <p:cNvPr id="37" name="文本框 36"/>
            <p:cNvSpPr txBox="1"/>
            <p:nvPr/>
          </p:nvSpPr>
          <p:spPr>
            <a:xfrm>
              <a:off x="2234" y="3733"/>
              <a:ext cx="2969" cy="58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l">
                <a:buClrTx/>
                <a:buSzTx/>
                <a:buFontTx/>
              </a:pP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思源黑体 CN Medium" panose="020B0600000000000000" charset="-122"/>
                  <a:sym typeface="+mn-ea"/>
                </a:rPr>
                <a:t>智能图片管理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412" y="4834"/>
              <a:ext cx="3253" cy="4326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支持图片的自动分类、标签生成和内容识别。通过调用</a:t>
              </a: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AI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，系统能够自动为图片打标签、识别场景和人物，大幅提升图片检索和管理效率，帮助用户轻松整理和查找所需图片。</a:t>
              </a:r>
              <a:endPara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endParaRPr>
            </a:p>
          </p:txBody>
        </p:sp>
      </p:grpSp>
      <p:grpSp>
        <p:nvGrpSpPr>
          <p:cNvPr id="115" name="组合 114"/>
          <p:cNvGrpSpPr/>
          <p:nvPr userDrawn="1"/>
        </p:nvGrpSpPr>
        <p:grpSpPr>
          <a:xfrm>
            <a:off x="9002395" y="1662430"/>
            <a:ext cx="2760345" cy="3851910"/>
            <a:chOff x="14177" y="2618"/>
            <a:chExt cx="4347" cy="6066"/>
          </a:xfrm>
        </p:grpSpPr>
        <p:sp>
          <p:nvSpPr>
            <p:cNvPr id="41" name="圆角矩形 40"/>
            <p:cNvSpPr/>
            <p:nvPr/>
          </p:nvSpPr>
          <p:spPr>
            <a:xfrm>
              <a:off x="14177" y="2618"/>
              <a:ext cx="4091" cy="6067"/>
            </a:xfrm>
            <a:prstGeom prst="roundRect">
              <a:avLst>
                <a:gd name="adj" fmla="val 3001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rgbClr val="000000"/>
                </a:solidFill>
                <a:cs typeface="思源黑体 CN Light" panose="020B0300000000000000" charset="-122"/>
                <a:sym typeface="+mn-ea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 rot="0">
              <a:off x="14540" y="2969"/>
              <a:ext cx="785" cy="788"/>
              <a:chOff x="5520" y="6360"/>
              <a:chExt cx="836" cy="836"/>
            </a:xfrm>
          </p:grpSpPr>
          <p:sp>
            <p:nvSpPr>
              <p:cNvPr id="46" name="椭圆 45"/>
              <p:cNvSpPr/>
              <p:nvPr/>
            </p:nvSpPr>
            <p:spPr>
              <a:xfrm>
                <a:off x="5520" y="6360"/>
                <a:ext cx="837" cy="83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000000"/>
                  </a:solidFill>
                  <a:cs typeface="思源黑体 CN Light" panose="020B0300000000000000" charset="-122"/>
                </a:endParaRPr>
              </a:p>
            </p:txBody>
          </p:sp>
          <p:grpSp>
            <p:nvGrpSpPr>
              <p:cNvPr id="47" name="图片 7" descr="32313538333630393b32313538333731323bd4dacfdfbdccd3fd"/>
              <p:cNvGrpSpPr/>
              <p:nvPr/>
            </p:nvGrpSpPr>
            <p:grpSpPr>
              <a:xfrm>
                <a:off x="5712" y="6580"/>
                <a:ext cx="453" cy="374"/>
                <a:chOff x="7830184" y="376792"/>
                <a:chExt cx="914398" cy="755173"/>
              </a:xfrm>
              <a:solidFill>
                <a:schemeClr val="bg1"/>
              </a:solidFill>
            </p:grpSpPr>
            <p:sp>
              <p:nvSpPr>
                <p:cNvPr id="48" name="任意多边形: 形状 43"/>
                <p:cNvSpPr/>
                <p:nvPr/>
              </p:nvSpPr>
              <p:spPr>
                <a:xfrm>
                  <a:off x="7830184" y="376792"/>
                  <a:ext cx="914398" cy="755173"/>
                </a:xfrm>
                <a:custGeom>
                  <a:avLst/>
                  <a:gdLst>
                    <a:gd name="connsiteX0" fmla="*/ 896518 w 914398"/>
                    <a:gd name="connsiteY0" fmla="*/ 211999 h 755173"/>
                    <a:gd name="connsiteX1" fmla="*/ 485132 w 914398"/>
                    <a:gd name="connsiteY1" fmla="*/ 6306 h 755173"/>
                    <a:gd name="connsiteX2" fmla="*/ 428499 w 914398"/>
                    <a:gd name="connsiteY2" fmla="*/ 6306 h 755173"/>
                    <a:gd name="connsiteX3" fmla="*/ 17113 w 914398"/>
                    <a:gd name="connsiteY3" fmla="*/ 211999 h 755173"/>
                    <a:gd name="connsiteX4" fmla="*/ 17113 w 914398"/>
                    <a:gd name="connsiteY4" fmla="*/ 268631 h 755173"/>
                    <a:gd name="connsiteX5" fmla="*/ 179788 w 914398"/>
                    <a:gd name="connsiteY5" fmla="*/ 349988 h 755173"/>
                    <a:gd name="connsiteX6" fmla="*/ 179788 w 914398"/>
                    <a:gd name="connsiteY6" fmla="*/ 351126 h 755173"/>
                    <a:gd name="connsiteX7" fmla="*/ 179788 w 914398"/>
                    <a:gd name="connsiteY7" fmla="*/ 620239 h 755173"/>
                    <a:gd name="connsiteX8" fmla="*/ 268199 w 914398"/>
                    <a:gd name="connsiteY8" fmla="*/ 720345 h 755173"/>
                    <a:gd name="connsiteX9" fmla="*/ 456815 w 914398"/>
                    <a:gd name="connsiteY9" fmla="*/ 754795 h 755173"/>
                    <a:gd name="connsiteX10" fmla="*/ 645432 w 914398"/>
                    <a:gd name="connsiteY10" fmla="*/ 720345 h 755173"/>
                    <a:gd name="connsiteX11" fmla="*/ 733843 w 914398"/>
                    <a:gd name="connsiteY11" fmla="*/ 620239 h 755173"/>
                    <a:gd name="connsiteX12" fmla="*/ 733843 w 914398"/>
                    <a:gd name="connsiteY12" fmla="*/ 351126 h 755173"/>
                    <a:gd name="connsiteX13" fmla="*/ 733843 w 914398"/>
                    <a:gd name="connsiteY13" fmla="*/ 349988 h 755173"/>
                    <a:gd name="connsiteX14" fmla="*/ 820909 w 914398"/>
                    <a:gd name="connsiteY14" fmla="*/ 306455 h 755173"/>
                    <a:gd name="connsiteX15" fmla="*/ 820909 w 914398"/>
                    <a:gd name="connsiteY15" fmla="*/ 413913 h 755173"/>
                    <a:gd name="connsiteX16" fmla="*/ 845109 w 914398"/>
                    <a:gd name="connsiteY16" fmla="*/ 438192 h 755173"/>
                    <a:gd name="connsiteX17" fmla="*/ 868399 w 914398"/>
                    <a:gd name="connsiteY17" fmla="*/ 414447 h 755173"/>
                    <a:gd name="connsiteX18" fmla="*/ 868399 w 914398"/>
                    <a:gd name="connsiteY18" fmla="*/ 282690 h 755173"/>
                    <a:gd name="connsiteX19" fmla="*/ 896518 w 914398"/>
                    <a:gd name="connsiteY19" fmla="*/ 268631 h 755173"/>
                    <a:gd name="connsiteX20" fmla="*/ 896518 w 914398"/>
                    <a:gd name="connsiteY20" fmla="*/ 211999 h 755173"/>
                    <a:gd name="connsiteX21" fmla="*/ 456815 w 914398"/>
                    <a:gd name="connsiteY21" fmla="*/ 45238 h 755173"/>
                    <a:gd name="connsiteX22" fmla="*/ 846959 w 914398"/>
                    <a:gd name="connsiteY22" fmla="*/ 240315 h 755173"/>
                    <a:gd name="connsiteX23" fmla="*/ 456815 w 914398"/>
                    <a:gd name="connsiteY23" fmla="*/ 435392 h 755173"/>
                    <a:gd name="connsiteX24" fmla="*/ 66672 w 914398"/>
                    <a:gd name="connsiteY24" fmla="*/ 240315 h 755173"/>
                    <a:gd name="connsiteX25" fmla="*/ 456815 w 914398"/>
                    <a:gd name="connsiteY25" fmla="*/ 45238 h 755173"/>
                    <a:gd name="connsiteX26" fmla="*/ 686353 w 914398"/>
                    <a:gd name="connsiteY26" fmla="*/ 620239 h 755173"/>
                    <a:gd name="connsiteX27" fmla="*/ 626396 w 914398"/>
                    <a:gd name="connsiteY27" fmla="*/ 676841 h 755173"/>
                    <a:gd name="connsiteX28" fmla="*/ 456815 w 914398"/>
                    <a:gd name="connsiteY28" fmla="*/ 707305 h 755173"/>
                    <a:gd name="connsiteX29" fmla="*/ 287235 w 914398"/>
                    <a:gd name="connsiteY29" fmla="*/ 676841 h 755173"/>
                    <a:gd name="connsiteX30" fmla="*/ 227278 w 914398"/>
                    <a:gd name="connsiteY30" fmla="*/ 620239 h 755173"/>
                    <a:gd name="connsiteX31" fmla="*/ 227278 w 914398"/>
                    <a:gd name="connsiteY31" fmla="*/ 373714 h 755173"/>
                    <a:gd name="connsiteX32" fmla="*/ 428499 w 914398"/>
                    <a:gd name="connsiteY32" fmla="*/ 474324 h 755173"/>
                    <a:gd name="connsiteX33" fmla="*/ 485132 w 914398"/>
                    <a:gd name="connsiteY33" fmla="*/ 474324 h 755173"/>
                    <a:gd name="connsiteX34" fmla="*/ 686353 w 914398"/>
                    <a:gd name="connsiteY34" fmla="*/ 373714 h 755173"/>
                    <a:gd name="connsiteX35" fmla="*/ 686353 w 914398"/>
                    <a:gd name="connsiteY35" fmla="*/ 620239 h 7551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914398" h="755173">
                      <a:moveTo>
                        <a:pt x="896518" y="211999"/>
                      </a:moveTo>
                      <a:lnTo>
                        <a:pt x="485132" y="6306"/>
                      </a:lnTo>
                      <a:cubicBezTo>
                        <a:pt x="467306" y="-2606"/>
                        <a:pt x="446325" y="-2606"/>
                        <a:pt x="428499" y="6306"/>
                      </a:cubicBezTo>
                      <a:lnTo>
                        <a:pt x="17113" y="211999"/>
                      </a:lnTo>
                      <a:cubicBezTo>
                        <a:pt x="-6216" y="223664"/>
                        <a:pt x="-6216" y="256966"/>
                        <a:pt x="17113" y="268631"/>
                      </a:cubicBezTo>
                      <a:lnTo>
                        <a:pt x="179788" y="349988"/>
                      </a:lnTo>
                      <a:cubicBezTo>
                        <a:pt x="179788" y="350364"/>
                        <a:pt x="179788" y="350740"/>
                        <a:pt x="179788" y="351126"/>
                      </a:cubicBezTo>
                      <a:lnTo>
                        <a:pt x="179788" y="620239"/>
                      </a:lnTo>
                      <a:cubicBezTo>
                        <a:pt x="179788" y="659814"/>
                        <a:pt x="211191" y="695432"/>
                        <a:pt x="268199" y="720345"/>
                      </a:cubicBezTo>
                      <a:cubicBezTo>
                        <a:pt x="318974" y="742566"/>
                        <a:pt x="385956" y="754795"/>
                        <a:pt x="456815" y="754795"/>
                      </a:cubicBezTo>
                      <a:cubicBezTo>
                        <a:pt x="527675" y="754795"/>
                        <a:pt x="594657" y="742566"/>
                        <a:pt x="645432" y="720345"/>
                      </a:cubicBezTo>
                      <a:cubicBezTo>
                        <a:pt x="702440" y="695432"/>
                        <a:pt x="733843" y="659814"/>
                        <a:pt x="733843" y="620239"/>
                      </a:cubicBezTo>
                      <a:lnTo>
                        <a:pt x="733843" y="351126"/>
                      </a:lnTo>
                      <a:cubicBezTo>
                        <a:pt x="733843" y="350740"/>
                        <a:pt x="733843" y="350364"/>
                        <a:pt x="733843" y="349988"/>
                      </a:cubicBezTo>
                      <a:lnTo>
                        <a:pt x="820909" y="306455"/>
                      </a:lnTo>
                      <a:lnTo>
                        <a:pt x="820909" y="413913"/>
                      </a:lnTo>
                      <a:cubicBezTo>
                        <a:pt x="820909" y="427220"/>
                        <a:pt x="831792" y="438439"/>
                        <a:pt x="845109" y="438192"/>
                      </a:cubicBezTo>
                      <a:cubicBezTo>
                        <a:pt x="858045" y="437944"/>
                        <a:pt x="868401" y="427385"/>
                        <a:pt x="868399" y="414447"/>
                      </a:cubicBezTo>
                      <a:lnTo>
                        <a:pt x="868399" y="282690"/>
                      </a:lnTo>
                      <a:lnTo>
                        <a:pt x="896518" y="268631"/>
                      </a:lnTo>
                      <a:cubicBezTo>
                        <a:pt x="919847" y="256966"/>
                        <a:pt x="919847" y="223664"/>
                        <a:pt x="896518" y="211999"/>
                      </a:cubicBezTo>
                      <a:moveTo>
                        <a:pt x="456815" y="45238"/>
                      </a:moveTo>
                      <a:lnTo>
                        <a:pt x="846959" y="240315"/>
                      </a:lnTo>
                      <a:lnTo>
                        <a:pt x="456815" y="435392"/>
                      </a:lnTo>
                      <a:lnTo>
                        <a:pt x="66672" y="240315"/>
                      </a:lnTo>
                      <a:lnTo>
                        <a:pt x="456815" y="45238"/>
                      </a:lnTo>
                      <a:moveTo>
                        <a:pt x="686353" y="620239"/>
                      </a:moveTo>
                      <a:cubicBezTo>
                        <a:pt x="686353" y="639255"/>
                        <a:pt x="663943" y="660418"/>
                        <a:pt x="626396" y="676841"/>
                      </a:cubicBezTo>
                      <a:cubicBezTo>
                        <a:pt x="581478" y="696481"/>
                        <a:pt x="521264" y="707305"/>
                        <a:pt x="456815" y="707305"/>
                      </a:cubicBezTo>
                      <a:cubicBezTo>
                        <a:pt x="392367" y="707305"/>
                        <a:pt x="332153" y="696481"/>
                        <a:pt x="287235" y="676841"/>
                      </a:cubicBezTo>
                      <a:cubicBezTo>
                        <a:pt x="249638" y="660418"/>
                        <a:pt x="227278" y="639245"/>
                        <a:pt x="227278" y="620239"/>
                      </a:cubicBezTo>
                      <a:lnTo>
                        <a:pt x="227278" y="373714"/>
                      </a:lnTo>
                      <a:lnTo>
                        <a:pt x="428499" y="474324"/>
                      </a:lnTo>
                      <a:cubicBezTo>
                        <a:pt x="446325" y="483237"/>
                        <a:pt x="467306" y="483237"/>
                        <a:pt x="485132" y="474324"/>
                      </a:cubicBezTo>
                      <a:lnTo>
                        <a:pt x="686353" y="373714"/>
                      </a:lnTo>
                      <a:lnTo>
                        <a:pt x="686353" y="620239"/>
                      </a:lnTo>
                    </a:path>
                  </a:pathLst>
                </a:custGeom>
                <a:grpFill/>
                <a:ln w="9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solidFill>
                      <a:srgbClr val="000000"/>
                    </a:solidFill>
                    <a:cs typeface="思源黑体 CN Light" panose="020B0300000000000000" charset="-122"/>
                  </a:endParaRPr>
                </a:p>
              </p:txBody>
            </p:sp>
            <p:sp>
              <p:nvSpPr>
                <p:cNvPr id="49" name="任意多边形: 形状 44"/>
                <p:cNvSpPr/>
                <p:nvPr/>
              </p:nvSpPr>
              <p:spPr>
                <a:xfrm>
                  <a:off x="8611902" y="783702"/>
                  <a:ext cx="126641" cy="221622"/>
                </a:xfrm>
                <a:custGeom>
                  <a:avLst/>
                  <a:gdLst>
                    <a:gd name="connsiteX0" fmla="*/ 62653 w 126641"/>
                    <a:gd name="connsiteY0" fmla="*/ 221141 h 221622"/>
                    <a:gd name="connsiteX1" fmla="*/ -667 w 126641"/>
                    <a:gd name="connsiteY1" fmla="*/ 157821 h 221622"/>
                    <a:gd name="connsiteX2" fmla="*/ -667 w 126641"/>
                    <a:gd name="connsiteY2" fmla="*/ 62840 h 221622"/>
                    <a:gd name="connsiteX3" fmla="*/ 62653 w 126641"/>
                    <a:gd name="connsiteY3" fmla="*/ -481 h 221622"/>
                    <a:gd name="connsiteX4" fmla="*/ 125974 w 126641"/>
                    <a:gd name="connsiteY4" fmla="*/ 62840 h 221622"/>
                    <a:gd name="connsiteX5" fmla="*/ 125974 w 126641"/>
                    <a:gd name="connsiteY5" fmla="*/ 157821 h 221622"/>
                    <a:gd name="connsiteX6" fmla="*/ 62653 w 126641"/>
                    <a:gd name="connsiteY6" fmla="*/ 221141 h 221622"/>
                    <a:gd name="connsiteX7" fmla="*/ 62653 w 126641"/>
                    <a:gd name="connsiteY7" fmla="*/ 47010 h 221622"/>
                    <a:gd name="connsiteX8" fmla="*/ 46823 w 126641"/>
                    <a:gd name="connsiteY8" fmla="*/ 62840 h 221622"/>
                    <a:gd name="connsiteX9" fmla="*/ 46823 w 126641"/>
                    <a:gd name="connsiteY9" fmla="*/ 157821 h 221622"/>
                    <a:gd name="connsiteX10" fmla="*/ 62653 w 126641"/>
                    <a:gd name="connsiteY10" fmla="*/ 173651 h 221622"/>
                    <a:gd name="connsiteX11" fmla="*/ 78483 w 126641"/>
                    <a:gd name="connsiteY11" fmla="*/ 157821 h 221622"/>
                    <a:gd name="connsiteX12" fmla="*/ 78483 w 126641"/>
                    <a:gd name="connsiteY12" fmla="*/ 62840 h 221622"/>
                    <a:gd name="connsiteX13" fmla="*/ 62653 w 126641"/>
                    <a:gd name="connsiteY13" fmla="*/ 47010 h 221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26641" h="221622">
                      <a:moveTo>
                        <a:pt x="62653" y="221141"/>
                      </a:moveTo>
                      <a:cubicBezTo>
                        <a:pt x="27698" y="221103"/>
                        <a:pt x="-629" y="192776"/>
                        <a:pt x="-667" y="157821"/>
                      </a:cubicBezTo>
                      <a:lnTo>
                        <a:pt x="-667" y="62840"/>
                      </a:lnTo>
                      <a:cubicBezTo>
                        <a:pt x="-667" y="27869"/>
                        <a:pt x="27682" y="-481"/>
                        <a:pt x="62653" y="-481"/>
                      </a:cubicBezTo>
                      <a:cubicBezTo>
                        <a:pt x="97624" y="-481"/>
                        <a:pt x="125974" y="27869"/>
                        <a:pt x="125974" y="62840"/>
                      </a:cubicBezTo>
                      <a:lnTo>
                        <a:pt x="125974" y="157821"/>
                      </a:lnTo>
                      <a:cubicBezTo>
                        <a:pt x="125935" y="192776"/>
                        <a:pt x="97608" y="221103"/>
                        <a:pt x="62653" y="221141"/>
                      </a:cubicBezTo>
                      <a:moveTo>
                        <a:pt x="62653" y="47010"/>
                      </a:moveTo>
                      <a:cubicBezTo>
                        <a:pt x="53910" y="47010"/>
                        <a:pt x="46823" y="54097"/>
                        <a:pt x="46823" y="62840"/>
                      </a:cubicBezTo>
                      <a:lnTo>
                        <a:pt x="46823" y="157821"/>
                      </a:lnTo>
                      <a:cubicBezTo>
                        <a:pt x="46823" y="166564"/>
                        <a:pt x="53910" y="173651"/>
                        <a:pt x="62653" y="173651"/>
                      </a:cubicBezTo>
                      <a:cubicBezTo>
                        <a:pt x="71396" y="173651"/>
                        <a:pt x="78483" y="166564"/>
                        <a:pt x="78483" y="157821"/>
                      </a:cubicBezTo>
                      <a:lnTo>
                        <a:pt x="78483" y="62840"/>
                      </a:lnTo>
                      <a:cubicBezTo>
                        <a:pt x="78483" y="54097"/>
                        <a:pt x="71396" y="47010"/>
                        <a:pt x="62653" y="47010"/>
                      </a:cubicBezTo>
                    </a:path>
                  </a:pathLst>
                </a:custGeom>
                <a:grpFill/>
                <a:ln w="9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solidFill>
                      <a:srgbClr val="000000"/>
                    </a:solidFill>
                    <a:cs typeface="思源黑体 CN Light" panose="020B0300000000000000" charset="-122"/>
                  </a:endParaRPr>
                </a:p>
              </p:txBody>
            </p:sp>
          </p:grpSp>
        </p:grpSp>
        <p:sp>
          <p:nvSpPr>
            <p:cNvPr id="50" name="文本框 49"/>
            <p:cNvSpPr txBox="1"/>
            <p:nvPr/>
          </p:nvSpPr>
          <p:spPr>
            <a:xfrm>
              <a:off x="15326" y="3097"/>
              <a:ext cx="3198" cy="51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l" defTabSz="0" rtl="0" eaLnBrk="1" latinLnBrk="0" hangingPunct="1">
                <a:spcBef>
                  <a:spcPct val="0"/>
                </a:spcBef>
                <a:spcAft>
                  <a:spcPct val="0"/>
                </a:spcAft>
                <a:buSzTx/>
                <a:buNone/>
              </a:pP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 CN Medium" charset="0"/>
                  <a:ea typeface="思源黑体 CN Medium" charset="0"/>
                  <a:cs typeface="思源黑体 CN Medium" charset="0"/>
                  <a:sym typeface="+mn-ea"/>
                </a:rPr>
                <a:t>AI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 CN Medium" charset="0"/>
                  <a:ea typeface="思源黑体 CN Medium" charset="0"/>
                  <a:cs typeface="思源黑体 CN Medium" charset="0"/>
                  <a:sym typeface="+mn-ea"/>
                </a:rPr>
                <a:t>驱动内容分析</a:t>
              </a:r>
              <a:endPara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Medium" charset="0"/>
                <a:ea typeface="思源黑体 CN Medium" charset="0"/>
                <a:cs typeface="思源黑体 CN Medium" charset="0"/>
                <a:sym typeface="+mn-ea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4527" y="4198"/>
              <a:ext cx="3439" cy="378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rgbClr val="404040"/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集成多种</a:t>
              </a:r>
              <a:r>
                <a:rPr lang="en-US" altLang="zh-CN" sz="1200">
                  <a:solidFill>
                    <a:srgbClr val="404040"/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AI</a:t>
              </a:r>
              <a:r>
                <a:rPr lang="zh-CN" altLang="en-US" sz="1200">
                  <a:solidFill>
                    <a:srgbClr val="404040"/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分析能力，包括图片风格分析、地理位置推断等。平台可为每张图片生成详细的</a:t>
              </a:r>
              <a:r>
                <a:rPr lang="en-US" altLang="zh-CN" sz="1200">
                  <a:solidFill>
                    <a:srgbClr val="404040"/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AI</a:t>
              </a:r>
              <a:r>
                <a:rPr lang="zh-CN" altLang="en-US" sz="1200">
                  <a:solidFill>
                    <a:srgbClr val="404040"/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描述和多维度分析结果为用户提供更丰富的图片理解服务。</a:t>
              </a:r>
              <a:endParaRPr lang="zh-CN" altLang="en-US" sz="1200">
                <a:solidFill>
                  <a:srgbClr val="404040"/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endParaRPr>
            </a:p>
          </p:txBody>
        </p:sp>
      </p:grpSp>
      <p:grpSp>
        <p:nvGrpSpPr>
          <p:cNvPr id="112" name="组合 111"/>
          <p:cNvGrpSpPr/>
          <p:nvPr userDrawn="1"/>
        </p:nvGrpSpPr>
        <p:grpSpPr>
          <a:xfrm>
            <a:off x="3295837" y="1707719"/>
            <a:ext cx="2586369" cy="3851275"/>
            <a:chOff x="5474" y="3279"/>
            <a:chExt cx="4073" cy="6065"/>
          </a:xfrm>
        </p:grpSpPr>
        <p:grpSp>
          <p:nvGrpSpPr>
            <p:cNvPr id="55" name="图片 7" descr="32313538333630393b32313538333731323bd4dacfdfbdccd3fd"/>
            <p:cNvGrpSpPr/>
            <p:nvPr/>
          </p:nvGrpSpPr>
          <p:grpSpPr>
            <a:xfrm rot="0">
              <a:off x="5883" y="3608"/>
              <a:ext cx="273" cy="562"/>
              <a:chOff x="7830184" y="376792"/>
              <a:chExt cx="914398" cy="755173"/>
            </a:xfrm>
            <a:solidFill>
              <a:schemeClr val="bg1"/>
            </a:solidFill>
          </p:grpSpPr>
          <p:sp>
            <p:nvSpPr>
              <p:cNvPr id="56" name="任意多边形: 形状 43"/>
              <p:cNvSpPr/>
              <p:nvPr/>
            </p:nvSpPr>
            <p:spPr>
              <a:xfrm>
                <a:off x="7830184" y="376792"/>
                <a:ext cx="914398" cy="755173"/>
              </a:xfrm>
              <a:custGeom>
                <a:avLst/>
                <a:gdLst>
                  <a:gd name="connsiteX0" fmla="*/ 896518 w 914398"/>
                  <a:gd name="connsiteY0" fmla="*/ 211999 h 755173"/>
                  <a:gd name="connsiteX1" fmla="*/ 485132 w 914398"/>
                  <a:gd name="connsiteY1" fmla="*/ 6306 h 755173"/>
                  <a:gd name="connsiteX2" fmla="*/ 428499 w 914398"/>
                  <a:gd name="connsiteY2" fmla="*/ 6306 h 755173"/>
                  <a:gd name="connsiteX3" fmla="*/ 17113 w 914398"/>
                  <a:gd name="connsiteY3" fmla="*/ 211999 h 755173"/>
                  <a:gd name="connsiteX4" fmla="*/ 17113 w 914398"/>
                  <a:gd name="connsiteY4" fmla="*/ 268631 h 755173"/>
                  <a:gd name="connsiteX5" fmla="*/ 179788 w 914398"/>
                  <a:gd name="connsiteY5" fmla="*/ 349988 h 755173"/>
                  <a:gd name="connsiteX6" fmla="*/ 179788 w 914398"/>
                  <a:gd name="connsiteY6" fmla="*/ 351126 h 755173"/>
                  <a:gd name="connsiteX7" fmla="*/ 179788 w 914398"/>
                  <a:gd name="connsiteY7" fmla="*/ 620239 h 755173"/>
                  <a:gd name="connsiteX8" fmla="*/ 268199 w 914398"/>
                  <a:gd name="connsiteY8" fmla="*/ 720345 h 755173"/>
                  <a:gd name="connsiteX9" fmla="*/ 456815 w 914398"/>
                  <a:gd name="connsiteY9" fmla="*/ 754795 h 755173"/>
                  <a:gd name="connsiteX10" fmla="*/ 645432 w 914398"/>
                  <a:gd name="connsiteY10" fmla="*/ 720345 h 755173"/>
                  <a:gd name="connsiteX11" fmla="*/ 733843 w 914398"/>
                  <a:gd name="connsiteY11" fmla="*/ 620239 h 755173"/>
                  <a:gd name="connsiteX12" fmla="*/ 733843 w 914398"/>
                  <a:gd name="connsiteY12" fmla="*/ 351126 h 755173"/>
                  <a:gd name="connsiteX13" fmla="*/ 733843 w 914398"/>
                  <a:gd name="connsiteY13" fmla="*/ 349988 h 755173"/>
                  <a:gd name="connsiteX14" fmla="*/ 820909 w 914398"/>
                  <a:gd name="connsiteY14" fmla="*/ 306455 h 755173"/>
                  <a:gd name="connsiteX15" fmla="*/ 820909 w 914398"/>
                  <a:gd name="connsiteY15" fmla="*/ 413913 h 755173"/>
                  <a:gd name="connsiteX16" fmla="*/ 845109 w 914398"/>
                  <a:gd name="connsiteY16" fmla="*/ 438192 h 755173"/>
                  <a:gd name="connsiteX17" fmla="*/ 868399 w 914398"/>
                  <a:gd name="connsiteY17" fmla="*/ 414447 h 755173"/>
                  <a:gd name="connsiteX18" fmla="*/ 868399 w 914398"/>
                  <a:gd name="connsiteY18" fmla="*/ 282690 h 755173"/>
                  <a:gd name="connsiteX19" fmla="*/ 896518 w 914398"/>
                  <a:gd name="connsiteY19" fmla="*/ 268631 h 755173"/>
                  <a:gd name="connsiteX20" fmla="*/ 896518 w 914398"/>
                  <a:gd name="connsiteY20" fmla="*/ 211999 h 755173"/>
                  <a:gd name="connsiteX21" fmla="*/ 456815 w 914398"/>
                  <a:gd name="connsiteY21" fmla="*/ 45238 h 755173"/>
                  <a:gd name="connsiteX22" fmla="*/ 846959 w 914398"/>
                  <a:gd name="connsiteY22" fmla="*/ 240315 h 755173"/>
                  <a:gd name="connsiteX23" fmla="*/ 456815 w 914398"/>
                  <a:gd name="connsiteY23" fmla="*/ 435392 h 755173"/>
                  <a:gd name="connsiteX24" fmla="*/ 66672 w 914398"/>
                  <a:gd name="connsiteY24" fmla="*/ 240315 h 755173"/>
                  <a:gd name="connsiteX25" fmla="*/ 456815 w 914398"/>
                  <a:gd name="connsiteY25" fmla="*/ 45238 h 755173"/>
                  <a:gd name="connsiteX26" fmla="*/ 686353 w 914398"/>
                  <a:gd name="connsiteY26" fmla="*/ 620239 h 755173"/>
                  <a:gd name="connsiteX27" fmla="*/ 626396 w 914398"/>
                  <a:gd name="connsiteY27" fmla="*/ 676841 h 755173"/>
                  <a:gd name="connsiteX28" fmla="*/ 456815 w 914398"/>
                  <a:gd name="connsiteY28" fmla="*/ 707305 h 755173"/>
                  <a:gd name="connsiteX29" fmla="*/ 287235 w 914398"/>
                  <a:gd name="connsiteY29" fmla="*/ 676841 h 755173"/>
                  <a:gd name="connsiteX30" fmla="*/ 227278 w 914398"/>
                  <a:gd name="connsiteY30" fmla="*/ 620239 h 755173"/>
                  <a:gd name="connsiteX31" fmla="*/ 227278 w 914398"/>
                  <a:gd name="connsiteY31" fmla="*/ 373714 h 755173"/>
                  <a:gd name="connsiteX32" fmla="*/ 428499 w 914398"/>
                  <a:gd name="connsiteY32" fmla="*/ 474324 h 755173"/>
                  <a:gd name="connsiteX33" fmla="*/ 485132 w 914398"/>
                  <a:gd name="connsiteY33" fmla="*/ 474324 h 755173"/>
                  <a:gd name="connsiteX34" fmla="*/ 686353 w 914398"/>
                  <a:gd name="connsiteY34" fmla="*/ 373714 h 755173"/>
                  <a:gd name="connsiteX35" fmla="*/ 686353 w 914398"/>
                  <a:gd name="connsiteY35" fmla="*/ 620239 h 7551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914398" h="755173">
                    <a:moveTo>
                      <a:pt x="896518" y="211999"/>
                    </a:moveTo>
                    <a:lnTo>
                      <a:pt x="485132" y="6306"/>
                    </a:lnTo>
                    <a:cubicBezTo>
                      <a:pt x="467306" y="-2606"/>
                      <a:pt x="446325" y="-2606"/>
                      <a:pt x="428499" y="6306"/>
                    </a:cubicBezTo>
                    <a:lnTo>
                      <a:pt x="17113" y="211999"/>
                    </a:lnTo>
                    <a:cubicBezTo>
                      <a:pt x="-6216" y="223664"/>
                      <a:pt x="-6216" y="256966"/>
                      <a:pt x="17113" y="268631"/>
                    </a:cubicBezTo>
                    <a:lnTo>
                      <a:pt x="179788" y="349988"/>
                    </a:lnTo>
                    <a:cubicBezTo>
                      <a:pt x="179788" y="350364"/>
                      <a:pt x="179788" y="350740"/>
                      <a:pt x="179788" y="351126"/>
                    </a:cubicBezTo>
                    <a:lnTo>
                      <a:pt x="179788" y="620239"/>
                    </a:lnTo>
                    <a:cubicBezTo>
                      <a:pt x="179788" y="659814"/>
                      <a:pt x="211191" y="695432"/>
                      <a:pt x="268199" y="720345"/>
                    </a:cubicBezTo>
                    <a:cubicBezTo>
                      <a:pt x="318974" y="742566"/>
                      <a:pt x="385956" y="754795"/>
                      <a:pt x="456815" y="754795"/>
                    </a:cubicBezTo>
                    <a:cubicBezTo>
                      <a:pt x="527675" y="754795"/>
                      <a:pt x="594657" y="742566"/>
                      <a:pt x="645432" y="720345"/>
                    </a:cubicBezTo>
                    <a:cubicBezTo>
                      <a:pt x="702440" y="695432"/>
                      <a:pt x="733843" y="659814"/>
                      <a:pt x="733843" y="620239"/>
                    </a:cubicBezTo>
                    <a:lnTo>
                      <a:pt x="733843" y="351126"/>
                    </a:lnTo>
                    <a:cubicBezTo>
                      <a:pt x="733843" y="350740"/>
                      <a:pt x="733843" y="350364"/>
                      <a:pt x="733843" y="349988"/>
                    </a:cubicBezTo>
                    <a:lnTo>
                      <a:pt x="820909" y="306455"/>
                    </a:lnTo>
                    <a:lnTo>
                      <a:pt x="820909" y="413913"/>
                    </a:lnTo>
                    <a:cubicBezTo>
                      <a:pt x="820909" y="427220"/>
                      <a:pt x="831792" y="438439"/>
                      <a:pt x="845109" y="438192"/>
                    </a:cubicBezTo>
                    <a:cubicBezTo>
                      <a:pt x="858045" y="437944"/>
                      <a:pt x="868401" y="427385"/>
                      <a:pt x="868399" y="414447"/>
                    </a:cubicBezTo>
                    <a:lnTo>
                      <a:pt x="868399" y="282690"/>
                    </a:lnTo>
                    <a:lnTo>
                      <a:pt x="896518" y="268631"/>
                    </a:lnTo>
                    <a:cubicBezTo>
                      <a:pt x="919847" y="256966"/>
                      <a:pt x="919847" y="223664"/>
                      <a:pt x="896518" y="211999"/>
                    </a:cubicBezTo>
                    <a:moveTo>
                      <a:pt x="456815" y="45238"/>
                    </a:moveTo>
                    <a:lnTo>
                      <a:pt x="846959" y="240315"/>
                    </a:lnTo>
                    <a:lnTo>
                      <a:pt x="456815" y="435392"/>
                    </a:lnTo>
                    <a:lnTo>
                      <a:pt x="66672" y="240315"/>
                    </a:lnTo>
                    <a:lnTo>
                      <a:pt x="456815" y="45238"/>
                    </a:lnTo>
                    <a:moveTo>
                      <a:pt x="686353" y="620239"/>
                    </a:moveTo>
                    <a:cubicBezTo>
                      <a:pt x="686353" y="639255"/>
                      <a:pt x="663943" y="660418"/>
                      <a:pt x="626396" y="676841"/>
                    </a:cubicBezTo>
                    <a:cubicBezTo>
                      <a:pt x="581478" y="696481"/>
                      <a:pt x="521264" y="707305"/>
                      <a:pt x="456815" y="707305"/>
                    </a:cubicBezTo>
                    <a:cubicBezTo>
                      <a:pt x="392367" y="707305"/>
                      <a:pt x="332153" y="696481"/>
                      <a:pt x="287235" y="676841"/>
                    </a:cubicBezTo>
                    <a:cubicBezTo>
                      <a:pt x="249638" y="660418"/>
                      <a:pt x="227278" y="639245"/>
                      <a:pt x="227278" y="620239"/>
                    </a:cubicBezTo>
                    <a:lnTo>
                      <a:pt x="227278" y="373714"/>
                    </a:lnTo>
                    <a:lnTo>
                      <a:pt x="428499" y="474324"/>
                    </a:lnTo>
                    <a:cubicBezTo>
                      <a:pt x="446325" y="483237"/>
                      <a:pt x="467306" y="483237"/>
                      <a:pt x="485132" y="474324"/>
                    </a:cubicBezTo>
                    <a:lnTo>
                      <a:pt x="686353" y="373714"/>
                    </a:lnTo>
                    <a:lnTo>
                      <a:pt x="686353" y="620239"/>
                    </a:lnTo>
                  </a:path>
                </a:pathLst>
              </a:custGeom>
              <a:grpFill/>
              <a:ln w="9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思源黑体 CN Light" panose="020B0300000000000000" charset="-122"/>
                </a:endParaRPr>
              </a:p>
            </p:txBody>
          </p:sp>
          <p:sp>
            <p:nvSpPr>
              <p:cNvPr id="57" name="任意多边形: 形状 44"/>
              <p:cNvSpPr/>
              <p:nvPr/>
            </p:nvSpPr>
            <p:spPr>
              <a:xfrm>
                <a:off x="8611902" y="783702"/>
                <a:ext cx="126641" cy="221622"/>
              </a:xfrm>
              <a:custGeom>
                <a:avLst/>
                <a:gdLst>
                  <a:gd name="connsiteX0" fmla="*/ 62653 w 126641"/>
                  <a:gd name="connsiteY0" fmla="*/ 221141 h 221622"/>
                  <a:gd name="connsiteX1" fmla="*/ -667 w 126641"/>
                  <a:gd name="connsiteY1" fmla="*/ 157821 h 221622"/>
                  <a:gd name="connsiteX2" fmla="*/ -667 w 126641"/>
                  <a:gd name="connsiteY2" fmla="*/ 62840 h 221622"/>
                  <a:gd name="connsiteX3" fmla="*/ 62653 w 126641"/>
                  <a:gd name="connsiteY3" fmla="*/ -481 h 221622"/>
                  <a:gd name="connsiteX4" fmla="*/ 125974 w 126641"/>
                  <a:gd name="connsiteY4" fmla="*/ 62840 h 221622"/>
                  <a:gd name="connsiteX5" fmla="*/ 125974 w 126641"/>
                  <a:gd name="connsiteY5" fmla="*/ 157821 h 221622"/>
                  <a:gd name="connsiteX6" fmla="*/ 62653 w 126641"/>
                  <a:gd name="connsiteY6" fmla="*/ 221141 h 221622"/>
                  <a:gd name="connsiteX7" fmla="*/ 62653 w 126641"/>
                  <a:gd name="connsiteY7" fmla="*/ 47010 h 221622"/>
                  <a:gd name="connsiteX8" fmla="*/ 46823 w 126641"/>
                  <a:gd name="connsiteY8" fmla="*/ 62840 h 221622"/>
                  <a:gd name="connsiteX9" fmla="*/ 46823 w 126641"/>
                  <a:gd name="connsiteY9" fmla="*/ 157821 h 221622"/>
                  <a:gd name="connsiteX10" fmla="*/ 62653 w 126641"/>
                  <a:gd name="connsiteY10" fmla="*/ 173651 h 221622"/>
                  <a:gd name="connsiteX11" fmla="*/ 78483 w 126641"/>
                  <a:gd name="connsiteY11" fmla="*/ 157821 h 221622"/>
                  <a:gd name="connsiteX12" fmla="*/ 78483 w 126641"/>
                  <a:gd name="connsiteY12" fmla="*/ 62840 h 221622"/>
                  <a:gd name="connsiteX13" fmla="*/ 62653 w 126641"/>
                  <a:gd name="connsiteY13" fmla="*/ 47010 h 221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6641" h="221622">
                    <a:moveTo>
                      <a:pt x="62653" y="221141"/>
                    </a:moveTo>
                    <a:cubicBezTo>
                      <a:pt x="27698" y="221103"/>
                      <a:pt x="-629" y="192776"/>
                      <a:pt x="-667" y="157821"/>
                    </a:cubicBezTo>
                    <a:lnTo>
                      <a:pt x="-667" y="62840"/>
                    </a:lnTo>
                    <a:cubicBezTo>
                      <a:pt x="-667" y="27869"/>
                      <a:pt x="27682" y="-481"/>
                      <a:pt x="62653" y="-481"/>
                    </a:cubicBezTo>
                    <a:cubicBezTo>
                      <a:pt x="97624" y="-481"/>
                      <a:pt x="125974" y="27869"/>
                      <a:pt x="125974" y="62840"/>
                    </a:cubicBezTo>
                    <a:lnTo>
                      <a:pt x="125974" y="157821"/>
                    </a:lnTo>
                    <a:cubicBezTo>
                      <a:pt x="125935" y="192776"/>
                      <a:pt x="97608" y="221103"/>
                      <a:pt x="62653" y="221141"/>
                    </a:cubicBezTo>
                    <a:moveTo>
                      <a:pt x="62653" y="47010"/>
                    </a:moveTo>
                    <a:cubicBezTo>
                      <a:pt x="53910" y="47010"/>
                      <a:pt x="46823" y="54097"/>
                      <a:pt x="46823" y="62840"/>
                    </a:cubicBezTo>
                    <a:lnTo>
                      <a:pt x="46823" y="157821"/>
                    </a:lnTo>
                    <a:cubicBezTo>
                      <a:pt x="46823" y="166564"/>
                      <a:pt x="53910" y="173651"/>
                      <a:pt x="62653" y="173651"/>
                    </a:cubicBezTo>
                    <a:cubicBezTo>
                      <a:pt x="71396" y="173651"/>
                      <a:pt x="78483" y="166564"/>
                      <a:pt x="78483" y="157821"/>
                    </a:cubicBezTo>
                    <a:lnTo>
                      <a:pt x="78483" y="62840"/>
                    </a:lnTo>
                    <a:cubicBezTo>
                      <a:pt x="78483" y="54097"/>
                      <a:pt x="71396" y="47010"/>
                      <a:pt x="62653" y="47010"/>
                    </a:cubicBezTo>
                  </a:path>
                </a:pathLst>
              </a:custGeom>
              <a:grpFill/>
              <a:ln w="9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思源黑体 CN Light" panose="020B0300000000000000" charset="-122"/>
                </a:endParaRPr>
              </a:p>
            </p:txBody>
          </p:sp>
        </p:grpSp>
        <p:sp>
          <p:nvSpPr>
            <p:cNvPr id="58" name="文本框 57"/>
            <p:cNvSpPr txBox="1"/>
            <p:nvPr/>
          </p:nvSpPr>
          <p:spPr>
            <a:xfrm>
              <a:off x="6355" y="3354"/>
              <a:ext cx="2218" cy="1198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l">
                <a:buClrTx/>
                <a:buSzTx/>
                <a:buFontTx/>
              </a:pP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 CN Medium" panose="020B0600000000000000" charset="-122"/>
                  <a:ea typeface="思源黑体 CN Light" panose="020B0300000000000000" charset="-122"/>
                  <a:cs typeface="思源黑体 CN Medium" panose="020B0600000000000000" charset="-122"/>
                  <a:sym typeface="+mn-ea"/>
                </a:rPr>
                <a:t>旅行轨迹</a:t>
              </a:r>
              <a:endPara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Medium" panose="020B0600000000000000" charset="-122"/>
                <a:ea typeface="思源黑体 CN Light" panose="020B0300000000000000" charset="-122"/>
                <a:cs typeface="思源黑体 CN Medium" panose="020B0600000000000000" charset="-122"/>
                <a:sym typeface="+mn-ea"/>
              </a:endParaRPr>
            </a:p>
          </p:txBody>
        </p:sp>
        <p:sp>
          <p:nvSpPr>
            <p:cNvPr id="60" name="文本框 59"/>
            <p:cNvSpPr txBox="1"/>
            <p:nvPr userDrawn="1"/>
          </p:nvSpPr>
          <p:spPr>
            <a:xfrm>
              <a:off x="5474" y="4552"/>
              <a:ext cx="3460" cy="3505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charset="0"/>
                  <a:cs typeface="思源黑体 CN Light" charset="0"/>
                </a:rPr>
                <a:t>平台支持基于</a:t>
              </a: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charset="0"/>
                  <a:cs typeface="思源黑体 CN Light" charset="0"/>
                </a:rPr>
                <a:t>AI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charset="0"/>
                  <a:cs typeface="思源黑体 CN Light" charset="0"/>
                </a:rPr>
                <a:t>图片地点识别，节约了在地图上选择的麻烦，自动连接所有照片位置生成旅行路线，直观展示旅程。用户能够随时随地回忆旅程，创作专属旅行叙事。的理位置信息自动生成旅行地图，体验</a:t>
              </a: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charset="0"/>
                  <a:cs typeface="思源黑体 CN Light" charset="0"/>
                </a:rPr>
                <a:t>“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charset="0"/>
                  <a:cs typeface="思源黑体 CN Light" charset="0"/>
                </a:rPr>
                <a:t>用图片讲述旅程故事</a:t>
              </a: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charset="0"/>
                  <a:cs typeface="思源黑体 CN Light" charset="0"/>
                </a:rPr>
                <a:t>”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charset="0"/>
                  <a:cs typeface="思源黑体 CN Light" charset="0"/>
                </a:rPr>
                <a:t>的全新方式。</a:t>
              </a:r>
              <a:endPara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charset="0"/>
                <a:cs typeface="思源黑体 CN Light" charset="0"/>
              </a:endParaRPr>
            </a:p>
          </p:txBody>
        </p:sp>
        <p:sp>
          <p:nvSpPr>
            <p:cNvPr id="76" name="椭圆 75"/>
            <p:cNvSpPr/>
            <p:nvPr userDrawn="1"/>
          </p:nvSpPr>
          <p:spPr>
            <a:xfrm>
              <a:off x="5531" y="3279"/>
              <a:ext cx="522" cy="1273"/>
            </a:xfrm>
            <a:prstGeom prst="ellipse">
              <a:avLst/>
            </a:prstGeom>
            <a:solidFill>
              <a:srgbClr val="E2E6ED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pic>
          <p:nvPicPr>
            <p:cNvPr id="77" name="图片 76" descr="post_object_image_44223505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47" y="3609"/>
              <a:ext cx="290" cy="597"/>
            </a:xfrm>
            <a:prstGeom prst="rect">
              <a:avLst/>
            </a:prstGeom>
          </p:spPr>
        </p:pic>
        <p:sp>
          <p:nvSpPr>
            <p:cNvPr id="83" name="圆角矩形 82"/>
            <p:cNvSpPr/>
            <p:nvPr/>
          </p:nvSpPr>
          <p:spPr>
            <a:xfrm>
              <a:off x="5531" y="3279"/>
              <a:ext cx="4016" cy="6065"/>
            </a:xfrm>
            <a:prstGeom prst="roundRect">
              <a:avLst>
                <a:gd name="adj" fmla="val 3001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>
                  <a:cs typeface="思源黑体 CN Light" panose="020B0300000000000000" charset="-122"/>
                  <a:sym typeface="+mn-ea"/>
                </a:rPr>
                <a:t>平台支持基于图片的地理位置信息自动生成旅行地图，用户可以直观地回顾和展示自己的旅行足迹，体验</a:t>
              </a:r>
              <a:r>
                <a:rPr lang="en-US" altLang="zh-CN">
                  <a:cs typeface="思源黑体 CN Light" panose="020B0300000000000000" charset="-122"/>
                  <a:sym typeface="+mn-ea"/>
                </a:rPr>
                <a:t>“</a:t>
              </a:r>
              <a:r>
                <a:rPr lang="zh-CN" altLang="en-US">
                  <a:cs typeface="思源黑体 CN Light" panose="020B0300000000000000" charset="-122"/>
                  <a:sym typeface="+mn-ea"/>
                </a:rPr>
                <a:t>用图片讲述旅程故事</a:t>
              </a:r>
              <a:r>
                <a:rPr lang="en-US" altLang="zh-CN">
                  <a:cs typeface="思源黑体 CN Light" panose="020B0300000000000000" charset="-122"/>
                  <a:sym typeface="+mn-ea"/>
                </a:rPr>
                <a:t>”</a:t>
              </a:r>
              <a:r>
                <a:rPr lang="zh-CN" altLang="en-US">
                  <a:cs typeface="思源黑体 CN Light" panose="020B0300000000000000" charset="-122"/>
                  <a:sym typeface="+mn-ea"/>
                </a:rPr>
                <a:t>的全新方式。</a:t>
              </a:r>
              <a:endParaRPr lang="zh-CN" altLang="en-US">
                <a:cs typeface="思源黑体 CN Light" panose="020B0300000000000000" charset="-122"/>
                <a:sym typeface="+mn-ea"/>
              </a:endParaRPr>
            </a:p>
          </p:txBody>
        </p:sp>
        <p:grpSp>
          <p:nvGrpSpPr>
            <p:cNvPr id="84" name="图片 7" descr="32313538333630393b32313538333731323bd4dacfdfbdccd3fd"/>
            <p:cNvGrpSpPr/>
            <p:nvPr/>
          </p:nvGrpSpPr>
          <p:grpSpPr>
            <a:xfrm rot="0">
              <a:off x="6011" y="3927"/>
              <a:ext cx="273" cy="562"/>
              <a:chOff x="7830184" y="376792"/>
              <a:chExt cx="914398" cy="755173"/>
            </a:xfrm>
            <a:solidFill>
              <a:schemeClr val="bg1"/>
            </a:solidFill>
          </p:grpSpPr>
          <p:sp>
            <p:nvSpPr>
              <p:cNvPr id="85" name="任意多边形: 形状 43"/>
              <p:cNvSpPr/>
              <p:nvPr/>
            </p:nvSpPr>
            <p:spPr>
              <a:xfrm>
                <a:off x="7830184" y="376792"/>
                <a:ext cx="914398" cy="755173"/>
              </a:xfrm>
              <a:custGeom>
                <a:avLst/>
                <a:gdLst>
                  <a:gd name="connsiteX0" fmla="*/ 896518 w 914398"/>
                  <a:gd name="connsiteY0" fmla="*/ 211999 h 755173"/>
                  <a:gd name="connsiteX1" fmla="*/ 485132 w 914398"/>
                  <a:gd name="connsiteY1" fmla="*/ 6306 h 755173"/>
                  <a:gd name="connsiteX2" fmla="*/ 428499 w 914398"/>
                  <a:gd name="connsiteY2" fmla="*/ 6306 h 755173"/>
                  <a:gd name="connsiteX3" fmla="*/ 17113 w 914398"/>
                  <a:gd name="connsiteY3" fmla="*/ 211999 h 755173"/>
                  <a:gd name="connsiteX4" fmla="*/ 17113 w 914398"/>
                  <a:gd name="connsiteY4" fmla="*/ 268631 h 755173"/>
                  <a:gd name="connsiteX5" fmla="*/ 179788 w 914398"/>
                  <a:gd name="connsiteY5" fmla="*/ 349988 h 755173"/>
                  <a:gd name="connsiteX6" fmla="*/ 179788 w 914398"/>
                  <a:gd name="connsiteY6" fmla="*/ 351126 h 755173"/>
                  <a:gd name="connsiteX7" fmla="*/ 179788 w 914398"/>
                  <a:gd name="connsiteY7" fmla="*/ 620239 h 755173"/>
                  <a:gd name="connsiteX8" fmla="*/ 268199 w 914398"/>
                  <a:gd name="connsiteY8" fmla="*/ 720345 h 755173"/>
                  <a:gd name="connsiteX9" fmla="*/ 456815 w 914398"/>
                  <a:gd name="connsiteY9" fmla="*/ 754795 h 755173"/>
                  <a:gd name="connsiteX10" fmla="*/ 645432 w 914398"/>
                  <a:gd name="connsiteY10" fmla="*/ 720345 h 755173"/>
                  <a:gd name="connsiteX11" fmla="*/ 733843 w 914398"/>
                  <a:gd name="connsiteY11" fmla="*/ 620239 h 755173"/>
                  <a:gd name="connsiteX12" fmla="*/ 733843 w 914398"/>
                  <a:gd name="connsiteY12" fmla="*/ 351126 h 755173"/>
                  <a:gd name="connsiteX13" fmla="*/ 733843 w 914398"/>
                  <a:gd name="connsiteY13" fmla="*/ 349988 h 755173"/>
                  <a:gd name="connsiteX14" fmla="*/ 820909 w 914398"/>
                  <a:gd name="connsiteY14" fmla="*/ 306455 h 755173"/>
                  <a:gd name="connsiteX15" fmla="*/ 820909 w 914398"/>
                  <a:gd name="connsiteY15" fmla="*/ 413913 h 755173"/>
                  <a:gd name="connsiteX16" fmla="*/ 845109 w 914398"/>
                  <a:gd name="connsiteY16" fmla="*/ 438192 h 755173"/>
                  <a:gd name="connsiteX17" fmla="*/ 868399 w 914398"/>
                  <a:gd name="connsiteY17" fmla="*/ 414447 h 755173"/>
                  <a:gd name="connsiteX18" fmla="*/ 868399 w 914398"/>
                  <a:gd name="connsiteY18" fmla="*/ 282690 h 755173"/>
                  <a:gd name="connsiteX19" fmla="*/ 896518 w 914398"/>
                  <a:gd name="connsiteY19" fmla="*/ 268631 h 755173"/>
                  <a:gd name="connsiteX20" fmla="*/ 896518 w 914398"/>
                  <a:gd name="connsiteY20" fmla="*/ 211999 h 755173"/>
                  <a:gd name="connsiteX21" fmla="*/ 456815 w 914398"/>
                  <a:gd name="connsiteY21" fmla="*/ 45238 h 755173"/>
                  <a:gd name="connsiteX22" fmla="*/ 846959 w 914398"/>
                  <a:gd name="connsiteY22" fmla="*/ 240315 h 755173"/>
                  <a:gd name="connsiteX23" fmla="*/ 456815 w 914398"/>
                  <a:gd name="connsiteY23" fmla="*/ 435392 h 755173"/>
                  <a:gd name="connsiteX24" fmla="*/ 66672 w 914398"/>
                  <a:gd name="connsiteY24" fmla="*/ 240315 h 755173"/>
                  <a:gd name="connsiteX25" fmla="*/ 456815 w 914398"/>
                  <a:gd name="connsiteY25" fmla="*/ 45238 h 755173"/>
                  <a:gd name="connsiteX26" fmla="*/ 686353 w 914398"/>
                  <a:gd name="connsiteY26" fmla="*/ 620239 h 755173"/>
                  <a:gd name="connsiteX27" fmla="*/ 626396 w 914398"/>
                  <a:gd name="connsiteY27" fmla="*/ 676841 h 755173"/>
                  <a:gd name="connsiteX28" fmla="*/ 456815 w 914398"/>
                  <a:gd name="connsiteY28" fmla="*/ 707305 h 755173"/>
                  <a:gd name="connsiteX29" fmla="*/ 287235 w 914398"/>
                  <a:gd name="connsiteY29" fmla="*/ 676841 h 755173"/>
                  <a:gd name="connsiteX30" fmla="*/ 227278 w 914398"/>
                  <a:gd name="connsiteY30" fmla="*/ 620239 h 755173"/>
                  <a:gd name="connsiteX31" fmla="*/ 227278 w 914398"/>
                  <a:gd name="connsiteY31" fmla="*/ 373714 h 755173"/>
                  <a:gd name="connsiteX32" fmla="*/ 428499 w 914398"/>
                  <a:gd name="connsiteY32" fmla="*/ 474324 h 755173"/>
                  <a:gd name="connsiteX33" fmla="*/ 485132 w 914398"/>
                  <a:gd name="connsiteY33" fmla="*/ 474324 h 755173"/>
                  <a:gd name="connsiteX34" fmla="*/ 686353 w 914398"/>
                  <a:gd name="connsiteY34" fmla="*/ 373714 h 755173"/>
                  <a:gd name="connsiteX35" fmla="*/ 686353 w 914398"/>
                  <a:gd name="connsiteY35" fmla="*/ 620239 h 7551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914398" h="755173">
                    <a:moveTo>
                      <a:pt x="896518" y="211999"/>
                    </a:moveTo>
                    <a:lnTo>
                      <a:pt x="485132" y="6306"/>
                    </a:lnTo>
                    <a:cubicBezTo>
                      <a:pt x="467306" y="-2606"/>
                      <a:pt x="446325" y="-2606"/>
                      <a:pt x="428499" y="6306"/>
                    </a:cubicBezTo>
                    <a:lnTo>
                      <a:pt x="17113" y="211999"/>
                    </a:lnTo>
                    <a:cubicBezTo>
                      <a:pt x="-6216" y="223664"/>
                      <a:pt x="-6216" y="256966"/>
                      <a:pt x="17113" y="268631"/>
                    </a:cubicBezTo>
                    <a:lnTo>
                      <a:pt x="179788" y="349988"/>
                    </a:lnTo>
                    <a:cubicBezTo>
                      <a:pt x="179788" y="350364"/>
                      <a:pt x="179788" y="350740"/>
                      <a:pt x="179788" y="351126"/>
                    </a:cubicBezTo>
                    <a:lnTo>
                      <a:pt x="179788" y="620239"/>
                    </a:lnTo>
                    <a:cubicBezTo>
                      <a:pt x="179788" y="659814"/>
                      <a:pt x="211191" y="695432"/>
                      <a:pt x="268199" y="720345"/>
                    </a:cubicBezTo>
                    <a:cubicBezTo>
                      <a:pt x="318974" y="742566"/>
                      <a:pt x="385956" y="754795"/>
                      <a:pt x="456815" y="754795"/>
                    </a:cubicBezTo>
                    <a:cubicBezTo>
                      <a:pt x="527675" y="754795"/>
                      <a:pt x="594657" y="742566"/>
                      <a:pt x="645432" y="720345"/>
                    </a:cubicBezTo>
                    <a:cubicBezTo>
                      <a:pt x="702440" y="695432"/>
                      <a:pt x="733843" y="659814"/>
                      <a:pt x="733843" y="620239"/>
                    </a:cubicBezTo>
                    <a:lnTo>
                      <a:pt x="733843" y="351126"/>
                    </a:lnTo>
                    <a:cubicBezTo>
                      <a:pt x="733843" y="350740"/>
                      <a:pt x="733843" y="350364"/>
                      <a:pt x="733843" y="349988"/>
                    </a:cubicBezTo>
                    <a:lnTo>
                      <a:pt x="820909" y="306455"/>
                    </a:lnTo>
                    <a:lnTo>
                      <a:pt x="820909" y="413913"/>
                    </a:lnTo>
                    <a:cubicBezTo>
                      <a:pt x="820909" y="427220"/>
                      <a:pt x="831792" y="438439"/>
                      <a:pt x="845109" y="438192"/>
                    </a:cubicBezTo>
                    <a:cubicBezTo>
                      <a:pt x="858045" y="437944"/>
                      <a:pt x="868401" y="427385"/>
                      <a:pt x="868399" y="414447"/>
                    </a:cubicBezTo>
                    <a:lnTo>
                      <a:pt x="868399" y="282690"/>
                    </a:lnTo>
                    <a:lnTo>
                      <a:pt x="896518" y="268631"/>
                    </a:lnTo>
                    <a:cubicBezTo>
                      <a:pt x="919847" y="256966"/>
                      <a:pt x="919847" y="223664"/>
                      <a:pt x="896518" y="211999"/>
                    </a:cubicBezTo>
                    <a:moveTo>
                      <a:pt x="456815" y="45238"/>
                    </a:moveTo>
                    <a:lnTo>
                      <a:pt x="846959" y="240315"/>
                    </a:lnTo>
                    <a:lnTo>
                      <a:pt x="456815" y="435392"/>
                    </a:lnTo>
                    <a:lnTo>
                      <a:pt x="66672" y="240315"/>
                    </a:lnTo>
                    <a:lnTo>
                      <a:pt x="456815" y="45238"/>
                    </a:lnTo>
                    <a:moveTo>
                      <a:pt x="686353" y="620239"/>
                    </a:moveTo>
                    <a:cubicBezTo>
                      <a:pt x="686353" y="639255"/>
                      <a:pt x="663943" y="660418"/>
                      <a:pt x="626396" y="676841"/>
                    </a:cubicBezTo>
                    <a:cubicBezTo>
                      <a:pt x="581478" y="696481"/>
                      <a:pt x="521264" y="707305"/>
                      <a:pt x="456815" y="707305"/>
                    </a:cubicBezTo>
                    <a:cubicBezTo>
                      <a:pt x="392367" y="707305"/>
                      <a:pt x="332153" y="696481"/>
                      <a:pt x="287235" y="676841"/>
                    </a:cubicBezTo>
                    <a:cubicBezTo>
                      <a:pt x="249638" y="660418"/>
                      <a:pt x="227278" y="639245"/>
                      <a:pt x="227278" y="620239"/>
                    </a:cubicBezTo>
                    <a:lnTo>
                      <a:pt x="227278" y="373714"/>
                    </a:lnTo>
                    <a:lnTo>
                      <a:pt x="428499" y="474324"/>
                    </a:lnTo>
                    <a:cubicBezTo>
                      <a:pt x="446325" y="483237"/>
                      <a:pt x="467306" y="483237"/>
                      <a:pt x="485132" y="474324"/>
                    </a:cubicBezTo>
                    <a:lnTo>
                      <a:pt x="686353" y="373714"/>
                    </a:lnTo>
                    <a:lnTo>
                      <a:pt x="686353" y="620239"/>
                    </a:lnTo>
                  </a:path>
                </a:pathLst>
              </a:custGeom>
              <a:grpFill/>
              <a:ln w="9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思源黑体 CN Light" panose="020B0300000000000000" charset="-122"/>
                </a:endParaRPr>
              </a:p>
            </p:txBody>
          </p:sp>
          <p:sp>
            <p:nvSpPr>
              <p:cNvPr id="86" name="任意多边形: 形状 44"/>
              <p:cNvSpPr/>
              <p:nvPr/>
            </p:nvSpPr>
            <p:spPr>
              <a:xfrm>
                <a:off x="8611902" y="783702"/>
                <a:ext cx="126641" cy="221622"/>
              </a:xfrm>
              <a:custGeom>
                <a:avLst/>
                <a:gdLst>
                  <a:gd name="connsiteX0" fmla="*/ 62653 w 126641"/>
                  <a:gd name="connsiteY0" fmla="*/ 221141 h 221622"/>
                  <a:gd name="connsiteX1" fmla="*/ -667 w 126641"/>
                  <a:gd name="connsiteY1" fmla="*/ 157821 h 221622"/>
                  <a:gd name="connsiteX2" fmla="*/ -667 w 126641"/>
                  <a:gd name="connsiteY2" fmla="*/ 62840 h 221622"/>
                  <a:gd name="connsiteX3" fmla="*/ 62653 w 126641"/>
                  <a:gd name="connsiteY3" fmla="*/ -481 h 221622"/>
                  <a:gd name="connsiteX4" fmla="*/ 125974 w 126641"/>
                  <a:gd name="connsiteY4" fmla="*/ 62840 h 221622"/>
                  <a:gd name="connsiteX5" fmla="*/ 125974 w 126641"/>
                  <a:gd name="connsiteY5" fmla="*/ 157821 h 221622"/>
                  <a:gd name="connsiteX6" fmla="*/ 62653 w 126641"/>
                  <a:gd name="connsiteY6" fmla="*/ 221141 h 221622"/>
                  <a:gd name="connsiteX7" fmla="*/ 62653 w 126641"/>
                  <a:gd name="connsiteY7" fmla="*/ 47010 h 221622"/>
                  <a:gd name="connsiteX8" fmla="*/ 46823 w 126641"/>
                  <a:gd name="connsiteY8" fmla="*/ 62840 h 221622"/>
                  <a:gd name="connsiteX9" fmla="*/ 46823 w 126641"/>
                  <a:gd name="connsiteY9" fmla="*/ 157821 h 221622"/>
                  <a:gd name="connsiteX10" fmla="*/ 62653 w 126641"/>
                  <a:gd name="connsiteY10" fmla="*/ 173651 h 221622"/>
                  <a:gd name="connsiteX11" fmla="*/ 78483 w 126641"/>
                  <a:gd name="connsiteY11" fmla="*/ 157821 h 221622"/>
                  <a:gd name="connsiteX12" fmla="*/ 78483 w 126641"/>
                  <a:gd name="connsiteY12" fmla="*/ 62840 h 221622"/>
                  <a:gd name="connsiteX13" fmla="*/ 62653 w 126641"/>
                  <a:gd name="connsiteY13" fmla="*/ 47010 h 221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6641" h="221622">
                    <a:moveTo>
                      <a:pt x="62653" y="221141"/>
                    </a:moveTo>
                    <a:cubicBezTo>
                      <a:pt x="27698" y="221103"/>
                      <a:pt x="-629" y="192776"/>
                      <a:pt x="-667" y="157821"/>
                    </a:cubicBezTo>
                    <a:lnTo>
                      <a:pt x="-667" y="62840"/>
                    </a:lnTo>
                    <a:cubicBezTo>
                      <a:pt x="-667" y="27869"/>
                      <a:pt x="27682" y="-481"/>
                      <a:pt x="62653" y="-481"/>
                    </a:cubicBezTo>
                    <a:cubicBezTo>
                      <a:pt x="97624" y="-481"/>
                      <a:pt x="125974" y="27869"/>
                      <a:pt x="125974" y="62840"/>
                    </a:cubicBezTo>
                    <a:lnTo>
                      <a:pt x="125974" y="157821"/>
                    </a:lnTo>
                    <a:cubicBezTo>
                      <a:pt x="125935" y="192776"/>
                      <a:pt x="97608" y="221103"/>
                      <a:pt x="62653" y="221141"/>
                    </a:cubicBezTo>
                    <a:moveTo>
                      <a:pt x="62653" y="47010"/>
                    </a:moveTo>
                    <a:cubicBezTo>
                      <a:pt x="53910" y="47010"/>
                      <a:pt x="46823" y="54097"/>
                      <a:pt x="46823" y="62840"/>
                    </a:cubicBezTo>
                    <a:lnTo>
                      <a:pt x="46823" y="157821"/>
                    </a:lnTo>
                    <a:cubicBezTo>
                      <a:pt x="46823" y="166564"/>
                      <a:pt x="53910" y="173651"/>
                      <a:pt x="62653" y="173651"/>
                    </a:cubicBezTo>
                    <a:cubicBezTo>
                      <a:pt x="71396" y="173651"/>
                      <a:pt x="78483" y="166564"/>
                      <a:pt x="78483" y="157821"/>
                    </a:cubicBezTo>
                    <a:lnTo>
                      <a:pt x="78483" y="62840"/>
                    </a:lnTo>
                    <a:cubicBezTo>
                      <a:pt x="78483" y="54097"/>
                      <a:pt x="71396" y="47010"/>
                      <a:pt x="62653" y="47010"/>
                    </a:cubicBezTo>
                  </a:path>
                </a:pathLst>
              </a:custGeom>
              <a:grpFill/>
              <a:ln w="9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思源黑体 CN Light" panose="020B0300000000000000" charset="-122"/>
                </a:endParaRPr>
              </a:p>
            </p:txBody>
          </p:sp>
        </p:grpSp>
        <p:sp>
          <p:nvSpPr>
            <p:cNvPr id="87" name="文本框 86"/>
            <p:cNvSpPr txBox="1"/>
            <p:nvPr/>
          </p:nvSpPr>
          <p:spPr>
            <a:xfrm>
              <a:off x="6845" y="3718"/>
              <a:ext cx="2217" cy="64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l" defTabSz="0" rtl="0" eaLnBrk="1" latinLnBrk="0" hangingPunct="1">
                <a:spcBef>
                  <a:spcPct val="0"/>
                </a:spcBef>
                <a:spcAft>
                  <a:spcPct val="0"/>
                </a:spcAft>
                <a:buSzTx/>
                <a:buNone/>
              </a:pP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 CN Medium" charset="0"/>
                  <a:ea typeface="思源黑体 CN Medium" charset="0"/>
                  <a:cs typeface="思源黑体 CN Medium" panose="020B0600000000000000" charset="-122"/>
                  <a:sym typeface="+mn-ea"/>
                </a:rPr>
                <a:t>旅行轨迹</a:t>
              </a:r>
              <a:endPara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Medium" charset="0"/>
                <a:ea typeface="思源黑体 CN Medium" charset="0"/>
                <a:cs typeface="思源黑体 CN Medium" panose="020B0600000000000000" charset="-122"/>
                <a:sym typeface="+mn-ea"/>
              </a:endParaRPr>
            </a:p>
          </p:txBody>
        </p:sp>
        <p:sp>
          <p:nvSpPr>
            <p:cNvPr id="88" name="文本框 87"/>
            <p:cNvSpPr txBox="1"/>
            <p:nvPr userDrawn="1"/>
          </p:nvSpPr>
          <p:spPr>
            <a:xfrm>
              <a:off x="5799" y="4756"/>
              <a:ext cx="3552" cy="3506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charset="0"/>
                  <a:cs typeface="思源黑体 CN Light" charset="0"/>
                </a:rPr>
                <a:t>支持基于</a:t>
              </a: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charset="0"/>
                  <a:cs typeface="思源黑体 CN Light" charset="0"/>
                </a:rPr>
                <a:t>AI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charset="0"/>
                  <a:cs typeface="思源黑体 CN Light" charset="0"/>
                </a:rPr>
                <a:t>图片地点识别，节约了在地图上选择的麻烦，自动连接所有照片位置生成旅行路线，直观展示旅程。用户能够随时随地回忆旅程，创作专属旅行叙事。的理位置信息自动生成旅行地图，体验</a:t>
              </a: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charset="0"/>
                  <a:cs typeface="思源黑体 CN Light" charset="0"/>
                </a:rPr>
                <a:t>“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charset="0"/>
                  <a:cs typeface="思源黑体 CN Light" charset="0"/>
                </a:rPr>
                <a:t>用图片讲述旅程故事</a:t>
              </a: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charset="0"/>
                  <a:cs typeface="思源黑体 CN Light" charset="0"/>
                </a:rPr>
                <a:t>”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charset="0"/>
                  <a:cs typeface="思源黑体 CN Light" charset="0"/>
                </a:rPr>
                <a:t>的全新方式。</a:t>
              </a:r>
              <a:endPara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charset="0"/>
                <a:cs typeface="思源黑体 CN Light" charset="0"/>
              </a:endParaRPr>
            </a:p>
          </p:txBody>
        </p:sp>
        <p:grpSp>
          <p:nvGrpSpPr>
            <p:cNvPr id="93" name="组合 92"/>
            <p:cNvGrpSpPr/>
            <p:nvPr/>
          </p:nvGrpSpPr>
          <p:grpSpPr>
            <a:xfrm rot="0">
              <a:off x="5883" y="3549"/>
              <a:ext cx="867" cy="857"/>
              <a:chOff x="910" y="5408"/>
              <a:chExt cx="1360" cy="1275"/>
            </a:xfrm>
          </p:grpSpPr>
          <p:sp>
            <p:nvSpPr>
              <p:cNvPr id="94" name="椭圆 93"/>
              <p:cNvSpPr/>
              <p:nvPr>
                <p:custDataLst>
                  <p:tags r:id="rId5"/>
                </p:custDataLst>
              </p:nvPr>
            </p:nvSpPr>
            <p:spPr>
              <a:xfrm>
                <a:off x="910" y="5408"/>
                <a:ext cx="1360" cy="1275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cs typeface="思源黑体 CN Light" panose="020B0300000000000000" charset="-122"/>
                  <a:sym typeface="+mn-ea"/>
                </a:endParaRPr>
              </a:p>
            </p:txBody>
          </p:sp>
          <p:grpSp>
            <p:nvGrpSpPr>
              <p:cNvPr id="95" name="图片 13" descr="32313538333630393b32313538333732303bcad5b2d8bfceb3cc"/>
              <p:cNvGrpSpPr/>
              <p:nvPr/>
            </p:nvGrpSpPr>
            <p:grpSpPr>
              <a:xfrm>
                <a:off x="1313" y="5722"/>
                <a:ext cx="591" cy="606"/>
                <a:chOff x="9267190" y="1526974"/>
                <a:chExt cx="914398" cy="936978"/>
              </a:xfrm>
              <a:solidFill>
                <a:schemeClr val="bg1"/>
              </a:solidFill>
            </p:grpSpPr>
            <p:sp>
              <p:nvSpPr>
                <p:cNvPr id="96" name="任意多边形: 形状 74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9267190" y="1667355"/>
                  <a:ext cx="914398" cy="796597"/>
                </a:xfrm>
                <a:custGeom>
                  <a:avLst/>
                  <a:gdLst>
                    <a:gd name="connsiteX0" fmla="*/ 896842 w 914398"/>
                    <a:gd name="connsiteY0" fmla="*/ 258160 h 796597"/>
                    <a:gd name="connsiteX1" fmla="*/ 872544 w 914398"/>
                    <a:gd name="connsiteY1" fmla="*/ 241207 h 796597"/>
                    <a:gd name="connsiteX2" fmla="*/ 872544 w 914398"/>
                    <a:gd name="connsiteY2" fmla="*/ 187038 h 796597"/>
                    <a:gd name="connsiteX3" fmla="*/ 806142 w 914398"/>
                    <a:gd name="connsiteY3" fmla="*/ 120637 h 796597"/>
                    <a:gd name="connsiteX4" fmla="*/ 763926 w 914398"/>
                    <a:gd name="connsiteY4" fmla="*/ 120637 h 796597"/>
                    <a:gd name="connsiteX5" fmla="*/ 739025 w 914398"/>
                    <a:gd name="connsiteY5" fmla="*/ 145537 h 796597"/>
                    <a:gd name="connsiteX6" fmla="*/ 763926 w 914398"/>
                    <a:gd name="connsiteY6" fmla="*/ 170438 h 796597"/>
                    <a:gd name="connsiteX7" fmla="*/ 806142 w 914398"/>
                    <a:gd name="connsiteY7" fmla="*/ 170438 h 796597"/>
                    <a:gd name="connsiteX8" fmla="*/ 822743 w 914398"/>
                    <a:gd name="connsiteY8" fmla="*/ 187038 h 796597"/>
                    <a:gd name="connsiteX9" fmla="*/ 822743 w 914398"/>
                    <a:gd name="connsiteY9" fmla="*/ 236320 h 796597"/>
                    <a:gd name="connsiteX10" fmla="*/ 90897 w 914398"/>
                    <a:gd name="connsiteY10" fmla="*/ 236320 h 796597"/>
                    <a:gd name="connsiteX11" fmla="*/ 90897 w 914398"/>
                    <a:gd name="connsiteY11" fmla="*/ 66001 h 796597"/>
                    <a:gd name="connsiteX12" fmla="*/ 107498 w 914398"/>
                    <a:gd name="connsiteY12" fmla="*/ 49401 h 796597"/>
                    <a:gd name="connsiteX13" fmla="*/ 401219 w 914398"/>
                    <a:gd name="connsiteY13" fmla="*/ 49401 h 796597"/>
                    <a:gd name="connsiteX14" fmla="*/ 417581 w 914398"/>
                    <a:gd name="connsiteY14" fmla="*/ 63220 h 796597"/>
                    <a:gd name="connsiteX15" fmla="*/ 422312 w 914398"/>
                    <a:gd name="connsiteY15" fmla="*/ 91067 h 796597"/>
                    <a:gd name="connsiteX16" fmla="*/ 451015 w 914398"/>
                    <a:gd name="connsiteY16" fmla="*/ 111470 h 796597"/>
                    <a:gd name="connsiteX17" fmla="*/ 471418 w 914398"/>
                    <a:gd name="connsiteY17" fmla="*/ 82767 h 796597"/>
                    <a:gd name="connsiteX18" fmla="*/ 466687 w 914398"/>
                    <a:gd name="connsiteY18" fmla="*/ 54910 h 796597"/>
                    <a:gd name="connsiteX19" fmla="*/ 401219 w 914398"/>
                    <a:gd name="connsiteY19" fmla="*/ -380 h 796597"/>
                    <a:gd name="connsiteX20" fmla="*/ 107498 w 914398"/>
                    <a:gd name="connsiteY20" fmla="*/ -380 h 796597"/>
                    <a:gd name="connsiteX21" fmla="*/ 41097 w 914398"/>
                    <a:gd name="connsiteY21" fmla="*/ 66022 h 796597"/>
                    <a:gd name="connsiteX22" fmla="*/ 41097 w 914398"/>
                    <a:gd name="connsiteY22" fmla="*/ 241207 h 796597"/>
                    <a:gd name="connsiteX23" fmla="*/ -51 w 914398"/>
                    <a:gd name="connsiteY23" fmla="*/ 309309 h 796597"/>
                    <a:gd name="connsiteX24" fmla="*/ 42850 w 914398"/>
                    <a:gd name="connsiteY24" fmla="*/ 736404 h 796597"/>
                    <a:gd name="connsiteX25" fmla="*/ 108930 w 914398"/>
                    <a:gd name="connsiteY25" fmla="*/ 796217 h 796597"/>
                    <a:gd name="connsiteX26" fmla="*/ 804711 w 914398"/>
                    <a:gd name="connsiteY26" fmla="*/ 796217 h 796597"/>
                    <a:gd name="connsiteX27" fmla="*/ 870790 w 914398"/>
                    <a:gd name="connsiteY27" fmla="*/ 736404 h 796597"/>
                    <a:gd name="connsiteX28" fmla="*/ 913691 w 914398"/>
                    <a:gd name="connsiteY28" fmla="*/ 309309 h 796597"/>
                    <a:gd name="connsiteX29" fmla="*/ 896842 w 914398"/>
                    <a:gd name="connsiteY29" fmla="*/ 258160 h 796597"/>
                    <a:gd name="connsiteX30" fmla="*/ 864140 w 914398"/>
                    <a:gd name="connsiteY30" fmla="*/ 304371 h 796597"/>
                    <a:gd name="connsiteX31" fmla="*/ 821228 w 914398"/>
                    <a:gd name="connsiteY31" fmla="*/ 731466 h 796597"/>
                    <a:gd name="connsiteX32" fmla="*/ 804711 w 914398"/>
                    <a:gd name="connsiteY32" fmla="*/ 746416 h 796597"/>
                    <a:gd name="connsiteX33" fmla="*/ 108930 w 914398"/>
                    <a:gd name="connsiteY33" fmla="*/ 746416 h 796597"/>
                    <a:gd name="connsiteX34" fmla="*/ 92412 w 914398"/>
                    <a:gd name="connsiteY34" fmla="*/ 731466 h 796597"/>
                    <a:gd name="connsiteX35" fmla="*/ 49500 w 914398"/>
                    <a:gd name="connsiteY35" fmla="*/ 304371 h 796597"/>
                    <a:gd name="connsiteX36" fmla="*/ 53711 w 914398"/>
                    <a:gd name="connsiteY36" fmla="*/ 291581 h 796597"/>
                    <a:gd name="connsiteX37" fmla="*/ 66018 w 914398"/>
                    <a:gd name="connsiteY37" fmla="*/ 286121 h 796597"/>
                    <a:gd name="connsiteX38" fmla="*/ 847622 w 914398"/>
                    <a:gd name="connsiteY38" fmla="*/ 286121 h 796597"/>
                    <a:gd name="connsiteX39" fmla="*/ 859929 w 914398"/>
                    <a:gd name="connsiteY39" fmla="*/ 291581 h 796597"/>
                    <a:gd name="connsiteX40" fmla="*/ 864140 w 914398"/>
                    <a:gd name="connsiteY40" fmla="*/ 304371 h 796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</a:cxnLst>
                  <a:rect l="l" t="t" r="r" b="b"/>
                  <a:pathLst>
                    <a:path w="914398" h="796597">
                      <a:moveTo>
                        <a:pt x="896842" y="258160"/>
                      </a:moveTo>
                      <a:cubicBezTo>
                        <a:pt x="890121" y="250753"/>
                        <a:pt x="881816" y="244957"/>
                        <a:pt x="872544" y="241207"/>
                      </a:cubicBezTo>
                      <a:lnTo>
                        <a:pt x="872544" y="187038"/>
                      </a:lnTo>
                      <a:cubicBezTo>
                        <a:pt x="872503" y="150382"/>
                        <a:pt x="842798" y="120677"/>
                        <a:pt x="806142" y="120637"/>
                      </a:cubicBezTo>
                      <a:lnTo>
                        <a:pt x="763926" y="120637"/>
                      </a:lnTo>
                      <a:cubicBezTo>
                        <a:pt x="750173" y="120637"/>
                        <a:pt x="739025" y="131785"/>
                        <a:pt x="739025" y="145537"/>
                      </a:cubicBezTo>
                      <a:cubicBezTo>
                        <a:pt x="739025" y="159289"/>
                        <a:pt x="750173" y="170438"/>
                        <a:pt x="763926" y="170438"/>
                      </a:cubicBezTo>
                      <a:lnTo>
                        <a:pt x="806142" y="170438"/>
                      </a:lnTo>
                      <a:cubicBezTo>
                        <a:pt x="815311" y="170438"/>
                        <a:pt x="822743" y="177869"/>
                        <a:pt x="822743" y="187038"/>
                      </a:cubicBezTo>
                      <a:lnTo>
                        <a:pt x="822743" y="236320"/>
                      </a:lnTo>
                      <a:lnTo>
                        <a:pt x="90897" y="236320"/>
                      </a:lnTo>
                      <a:lnTo>
                        <a:pt x="90897" y="66001"/>
                      </a:lnTo>
                      <a:cubicBezTo>
                        <a:pt x="90897" y="56832"/>
                        <a:pt x="98329" y="49401"/>
                        <a:pt x="107498" y="49401"/>
                      </a:cubicBezTo>
                      <a:lnTo>
                        <a:pt x="401219" y="49401"/>
                      </a:lnTo>
                      <a:cubicBezTo>
                        <a:pt x="409313" y="49403"/>
                        <a:pt x="416225" y="55241"/>
                        <a:pt x="417581" y="63220"/>
                      </a:cubicBezTo>
                      <a:lnTo>
                        <a:pt x="422312" y="91067"/>
                      </a:lnTo>
                      <a:cubicBezTo>
                        <a:pt x="424604" y="104628"/>
                        <a:pt x="437455" y="113762"/>
                        <a:pt x="451015" y="111470"/>
                      </a:cubicBezTo>
                      <a:cubicBezTo>
                        <a:pt x="464575" y="109178"/>
                        <a:pt x="473710" y="96328"/>
                        <a:pt x="471418" y="82767"/>
                      </a:cubicBezTo>
                      <a:lnTo>
                        <a:pt x="466687" y="54910"/>
                      </a:lnTo>
                      <a:cubicBezTo>
                        <a:pt x="461331" y="22945"/>
                        <a:pt x="433630" y="-449"/>
                        <a:pt x="401219" y="-380"/>
                      </a:cubicBezTo>
                      <a:lnTo>
                        <a:pt x="107498" y="-380"/>
                      </a:lnTo>
                      <a:cubicBezTo>
                        <a:pt x="70842" y="-339"/>
                        <a:pt x="41137" y="29366"/>
                        <a:pt x="41097" y="66022"/>
                      </a:cubicBezTo>
                      <a:lnTo>
                        <a:pt x="41097" y="241207"/>
                      </a:lnTo>
                      <a:cubicBezTo>
                        <a:pt x="13773" y="252244"/>
                        <a:pt x="-2990" y="279988"/>
                        <a:pt x="-51" y="309309"/>
                      </a:cubicBezTo>
                      <a:lnTo>
                        <a:pt x="42850" y="736404"/>
                      </a:lnTo>
                      <a:cubicBezTo>
                        <a:pt x="46143" y="770406"/>
                        <a:pt x="74769" y="796318"/>
                        <a:pt x="108930" y="796217"/>
                      </a:cubicBezTo>
                      <a:lnTo>
                        <a:pt x="804711" y="796217"/>
                      </a:lnTo>
                      <a:cubicBezTo>
                        <a:pt x="838871" y="796318"/>
                        <a:pt x="867497" y="770406"/>
                        <a:pt x="870790" y="736404"/>
                      </a:cubicBezTo>
                      <a:lnTo>
                        <a:pt x="913691" y="309309"/>
                      </a:lnTo>
                      <a:cubicBezTo>
                        <a:pt x="915538" y="290647"/>
                        <a:pt x="909419" y="272071"/>
                        <a:pt x="896842" y="258160"/>
                      </a:cubicBezTo>
                      <a:moveTo>
                        <a:pt x="864140" y="304371"/>
                      </a:moveTo>
                      <a:lnTo>
                        <a:pt x="821228" y="731466"/>
                      </a:lnTo>
                      <a:cubicBezTo>
                        <a:pt x="820408" y="739966"/>
                        <a:pt x="813250" y="746445"/>
                        <a:pt x="804711" y="746416"/>
                      </a:cubicBezTo>
                      <a:lnTo>
                        <a:pt x="108930" y="746416"/>
                      </a:lnTo>
                      <a:cubicBezTo>
                        <a:pt x="100390" y="746445"/>
                        <a:pt x="93232" y="739966"/>
                        <a:pt x="92412" y="731466"/>
                      </a:cubicBezTo>
                      <a:lnTo>
                        <a:pt x="49500" y="304371"/>
                      </a:lnTo>
                      <a:cubicBezTo>
                        <a:pt x="49035" y="299704"/>
                        <a:pt x="50564" y="295059"/>
                        <a:pt x="53711" y="291581"/>
                      </a:cubicBezTo>
                      <a:cubicBezTo>
                        <a:pt x="56857" y="288105"/>
                        <a:pt x="61328" y="286121"/>
                        <a:pt x="66018" y="286121"/>
                      </a:cubicBezTo>
                      <a:lnTo>
                        <a:pt x="847622" y="286121"/>
                      </a:lnTo>
                      <a:cubicBezTo>
                        <a:pt x="852312" y="286121"/>
                        <a:pt x="856783" y="288105"/>
                        <a:pt x="859929" y="291581"/>
                      </a:cubicBezTo>
                      <a:cubicBezTo>
                        <a:pt x="863076" y="295059"/>
                        <a:pt x="864605" y="299704"/>
                        <a:pt x="864140" y="304371"/>
                      </a:cubicBezTo>
                    </a:path>
                  </a:pathLst>
                </a:custGeom>
                <a:grpFill/>
                <a:ln w="1038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cs typeface="思源黑体 CN Light" panose="020B0300000000000000" charset="-122"/>
                  </a:endParaRPr>
                </a:p>
              </p:txBody>
            </p:sp>
            <p:sp>
              <p:nvSpPr>
                <p:cNvPr id="97" name="任意多边形: 形状 75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9595368" y="2053229"/>
                  <a:ext cx="258051" cy="258051"/>
                </a:xfrm>
                <a:custGeom>
                  <a:avLst/>
                  <a:gdLst>
                    <a:gd name="connsiteX0" fmla="*/ 232767 w 258051"/>
                    <a:gd name="connsiteY0" fmla="*/ 103666 h 258051"/>
                    <a:gd name="connsiteX1" fmla="*/ 153542 w 258051"/>
                    <a:gd name="connsiteY1" fmla="*/ 103666 h 258051"/>
                    <a:gd name="connsiteX2" fmla="*/ 153542 w 258051"/>
                    <a:gd name="connsiteY2" fmla="*/ 24441 h 258051"/>
                    <a:gd name="connsiteX3" fmla="*/ 128642 w 258051"/>
                    <a:gd name="connsiteY3" fmla="*/ -459 h 258051"/>
                    <a:gd name="connsiteX4" fmla="*/ 103741 w 258051"/>
                    <a:gd name="connsiteY4" fmla="*/ 24441 h 258051"/>
                    <a:gd name="connsiteX5" fmla="*/ 103741 w 258051"/>
                    <a:gd name="connsiteY5" fmla="*/ 103666 h 258051"/>
                    <a:gd name="connsiteX6" fmla="*/ 24516 w 258051"/>
                    <a:gd name="connsiteY6" fmla="*/ 103666 h 258051"/>
                    <a:gd name="connsiteX7" fmla="*/ -384 w 258051"/>
                    <a:gd name="connsiteY7" fmla="*/ 128566 h 258051"/>
                    <a:gd name="connsiteX8" fmla="*/ 24516 w 258051"/>
                    <a:gd name="connsiteY8" fmla="*/ 153467 h 258051"/>
                    <a:gd name="connsiteX9" fmla="*/ 103741 w 258051"/>
                    <a:gd name="connsiteY9" fmla="*/ 153467 h 258051"/>
                    <a:gd name="connsiteX10" fmla="*/ 103741 w 258051"/>
                    <a:gd name="connsiteY10" fmla="*/ 232692 h 258051"/>
                    <a:gd name="connsiteX11" fmla="*/ 128642 w 258051"/>
                    <a:gd name="connsiteY11" fmla="*/ 257592 h 258051"/>
                    <a:gd name="connsiteX12" fmla="*/ 153542 w 258051"/>
                    <a:gd name="connsiteY12" fmla="*/ 232692 h 258051"/>
                    <a:gd name="connsiteX13" fmla="*/ 153542 w 258051"/>
                    <a:gd name="connsiteY13" fmla="*/ 153467 h 258051"/>
                    <a:gd name="connsiteX14" fmla="*/ 232767 w 258051"/>
                    <a:gd name="connsiteY14" fmla="*/ 153467 h 258051"/>
                    <a:gd name="connsiteX15" fmla="*/ 257668 w 258051"/>
                    <a:gd name="connsiteY15" fmla="*/ 128566 h 258051"/>
                    <a:gd name="connsiteX16" fmla="*/ 232767 w 258051"/>
                    <a:gd name="connsiteY16" fmla="*/ 103666 h 2580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58051" h="258051">
                      <a:moveTo>
                        <a:pt x="232767" y="103666"/>
                      </a:moveTo>
                      <a:lnTo>
                        <a:pt x="153542" y="103666"/>
                      </a:lnTo>
                      <a:lnTo>
                        <a:pt x="153542" y="24441"/>
                      </a:lnTo>
                      <a:cubicBezTo>
                        <a:pt x="153542" y="10689"/>
                        <a:pt x="142394" y="-459"/>
                        <a:pt x="128642" y="-459"/>
                      </a:cubicBezTo>
                      <a:cubicBezTo>
                        <a:pt x="114890" y="-459"/>
                        <a:pt x="103741" y="10689"/>
                        <a:pt x="103741" y="24441"/>
                      </a:cubicBezTo>
                      <a:lnTo>
                        <a:pt x="103741" y="103666"/>
                      </a:lnTo>
                      <a:lnTo>
                        <a:pt x="24516" y="103666"/>
                      </a:lnTo>
                      <a:cubicBezTo>
                        <a:pt x="10764" y="103666"/>
                        <a:pt x="-384" y="114814"/>
                        <a:pt x="-384" y="128566"/>
                      </a:cubicBezTo>
                      <a:cubicBezTo>
                        <a:pt x="-384" y="142319"/>
                        <a:pt x="10764" y="153467"/>
                        <a:pt x="24516" y="153467"/>
                      </a:cubicBezTo>
                      <a:lnTo>
                        <a:pt x="103741" y="153467"/>
                      </a:lnTo>
                      <a:lnTo>
                        <a:pt x="103741" y="232692"/>
                      </a:lnTo>
                      <a:cubicBezTo>
                        <a:pt x="103741" y="246444"/>
                        <a:pt x="114890" y="257592"/>
                        <a:pt x="128642" y="257592"/>
                      </a:cubicBezTo>
                      <a:cubicBezTo>
                        <a:pt x="142394" y="257592"/>
                        <a:pt x="153542" y="246444"/>
                        <a:pt x="153542" y="232692"/>
                      </a:cubicBezTo>
                      <a:lnTo>
                        <a:pt x="153542" y="153467"/>
                      </a:lnTo>
                      <a:lnTo>
                        <a:pt x="232767" y="153467"/>
                      </a:lnTo>
                      <a:cubicBezTo>
                        <a:pt x="246520" y="153467"/>
                        <a:pt x="257668" y="142319"/>
                        <a:pt x="257668" y="128566"/>
                      </a:cubicBezTo>
                      <a:cubicBezTo>
                        <a:pt x="257668" y="114814"/>
                        <a:pt x="246520" y="103666"/>
                        <a:pt x="232767" y="103666"/>
                      </a:cubicBezTo>
                      <a:close/>
                    </a:path>
                  </a:pathLst>
                </a:custGeom>
                <a:grpFill/>
                <a:ln w="1038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cs typeface="思源黑体 CN Light" panose="020B0300000000000000" charset="-122"/>
                  </a:endParaRPr>
                </a:p>
              </p:txBody>
            </p:sp>
            <p:sp>
              <p:nvSpPr>
                <p:cNvPr id="98" name="任意多边形: 形状 76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9404493" y="1526974"/>
                  <a:ext cx="639837" cy="157817"/>
                </a:xfrm>
                <a:custGeom>
                  <a:avLst/>
                  <a:gdLst>
                    <a:gd name="connsiteX0" fmla="*/ -384 w 639837"/>
                    <a:gd name="connsiteY0" fmla="*/ 157602 h 157817"/>
                    <a:gd name="connsiteX1" fmla="*/ -384 w 639837"/>
                    <a:gd name="connsiteY1" fmla="*/ 66186 h 157817"/>
                    <a:gd name="connsiteX2" fmla="*/ 66017 w 639837"/>
                    <a:gd name="connsiteY2" fmla="*/ -215 h 157817"/>
                    <a:gd name="connsiteX3" fmla="*/ 573053 w 639837"/>
                    <a:gd name="connsiteY3" fmla="*/ -215 h 157817"/>
                    <a:gd name="connsiteX4" fmla="*/ 639454 w 639837"/>
                    <a:gd name="connsiteY4" fmla="*/ 66186 h 157817"/>
                    <a:gd name="connsiteX5" fmla="*/ 639454 w 639837"/>
                    <a:gd name="connsiteY5" fmla="*/ 157602 h 157817"/>
                    <a:gd name="connsiteX6" fmla="*/ 589653 w 639837"/>
                    <a:gd name="connsiteY6" fmla="*/ 157602 h 157817"/>
                    <a:gd name="connsiteX7" fmla="*/ 589653 w 639837"/>
                    <a:gd name="connsiteY7" fmla="*/ 66186 h 157817"/>
                    <a:gd name="connsiteX8" fmla="*/ 573053 w 639837"/>
                    <a:gd name="connsiteY8" fmla="*/ 49586 h 157817"/>
                    <a:gd name="connsiteX9" fmla="*/ 66017 w 639837"/>
                    <a:gd name="connsiteY9" fmla="*/ 49586 h 157817"/>
                    <a:gd name="connsiteX10" fmla="*/ 49417 w 639837"/>
                    <a:gd name="connsiteY10" fmla="*/ 66186 h 157817"/>
                    <a:gd name="connsiteX11" fmla="*/ 49417 w 639837"/>
                    <a:gd name="connsiteY11" fmla="*/ 157602 h 157817"/>
                    <a:gd name="connsiteX12" fmla="*/ -384 w 639837"/>
                    <a:gd name="connsiteY12" fmla="*/ 157602 h 1578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39837" h="157817">
                      <a:moveTo>
                        <a:pt x="-384" y="157602"/>
                      </a:moveTo>
                      <a:lnTo>
                        <a:pt x="-384" y="66186"/>
                      </a:lnTo>
                      <a:cubicBezTo>
                        <a:pt x="-344" y="29530"/>
                        <a:pt x="29362" y="-175"/>
                        <a:pt x="66017" y="-215"/>
                      </a:cubicBezTo>
                      <a:lnTo>
                        <a:pt x="573053" y="-215"/>
                      </a:lnTo>
                      <a:cubicBezTo>
                        <a:pt x="609708" y="-175"/>
                        <a:pt x="639413" y="29530"/>
                        <a:pt x="639454" y="66186"/>
                      </a:cubicBezTo>
                      <a:lnTo>
                        <a:pt x="639454" y="157602"/>
                      </a:lnTo>
                      <a:lnTo>
                        <a:pt x="589653" y="157602"/>
                      </a:lnTo>
                      <a:lnTo>
                        <a:pt x="589653" y="66186"/>
                      </a:lnTo>
                      <a:cubicBezTo>
                        <a:pt x="589653" y="57017"/>
                        <a:pt x="582221" y="49586"/>
                        <a:pt x="573053" y="49586"/>
                      </a:cubicBezTo>
                      <a:lnTo>
                        <a:pt x="66017" y="49586"/>
                      </a:lnTo>
                      <a:cubicBezTo>
                        <a:pt x="56849" y="49586"/>
                        <a:pt x="49417" y="57017"/>
                        <a:pt x="49417" y="66186"/>
                      </a:cubicBezTo>
                      <a:lnTo>
                        <a:pt x="49417" y="157602"/>
                      </a:lnTo>
                      <a:lnTo>
                        <a:pt x="-384" y="157602"/>
                      </a:lnTo>
                      <a:close/>
                    </a:path>
                  </a:pathLst>
                </a:custGeom>
                <a:grpFill/>
                <a:ln w="1038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cs typeface="思源黑体 CN Light" panose="020B0300000000000000" charset="-122"/>
                  </a:endParaRPr>
                </a:p>
              </p:txBody>
            </p:sp>
          </p:grpSp>
        </p:grpSp>
      </p:grpSp>
      <p:grpSp>
        <p:nvGrpSpPr>
          <p:cNvPr id="114" name="组合 113"/>
          <p:cNvGrpSpPr/>
          <p:nvPr userDrawn="1"/>
        </p:nvGrpSpPr>
        <p:grpSpPr>
          <a:xfrm>
            <a:off x="6141377" y="1692719"/>
            <a:ext cx="2608113" cy="3822525"/>
            <a:chOff x="14870" y="3215"/>
            <a:chExt cx="4107" cy="6020"/>
          </a:xfrm>
        </p:grpSpPr>
        <p:sp>
          <p:nvSpPr>
            <p:cNvPr id="52" name="圆角矩形 51"/>
            <p:cNvSpPr/>
            <p:nvPr/>
          </p:nvSpPr>
          <p:spPr>
            <a:xfrm>
              <a:off x="14870" y="3215"/>
              <a:ext cx="4107" cy="6020"/>
            </a:xfrm>
            <a:prstGeom prst="roundRect">
              <a:avLst>
                <a:gd name="adj" fmla="val 3001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>
                  <a:cs typeface="思源黑体 CN Light" panose="020B0300000000000000" charset="-122"/>
                  <a:sym typeface="+mn-ea"/>
                </a:rPr>
                <a:t>平台支持基于图片的地理位置信息自动生旅行地图，用户可以直观地回顾和展示自己的旅行足迹，体验</a:t>
              </a:r>
              <a:r>
                <a:rPr lang="en-US" altLang="zh-CN">
                  <a:cs typeface="思源黑体 CN Light" panose="020B0300000000000000" charset="-122"/>
                  <a:sym typeface="+mn-ea"/>
                </a:rPr>
                <a:t>“</a:t>
              </a:r>
              <a:r>
                <a:rPr lang="zh-CN" altLang="en-US">
                  <a:cs typeface="思源黑体 CN Light" panose="020B0300000000000000" charset="-122"/>
                  <a:sym typeface="+mn-ea"/>
                </a:rPr>
                <a:t>用图片讲述旅程故事</a:t>
              </a:r>
              <a:r>
                <a:rPr lang="en-US" altLang="zh-CN">
                  <a:cs typeface="思源黑体 CN Light" panose="020B0300000000000000" charset="-122"/>
                  <a:sym typeface="+mn-ea"/>
                </a:rPr>
                <a:t>”</a:t>
              </a:r>
              <a:r>
                <a:rPr lang="zh-CN" altLang="en-US">
                  <a:cs typeface="思源黑体 CN Light" panose="020B0300000000000000" charset="-122"/>
                  <a:sym typeface="+mn-ea"/>
                </a:rPr>
                <a:t>的全新方式。</a:t>
              </a:r>
              <a:endParaRPr lang="zh-CN" altLang="en-US">
                <a:cs typeface="思源黑体 CN Light" panose="020B0300000000000000" charset="-122"/>
                <a:sym typeface="+mn-ea"/>
              </a:endParaRPr>
            </a:p>
          </p:txBody>
        </p:sp>
        <p:sp>
          <p:nvSpPr>
            <p:cNvPr id="91" name="文本框 90"/>
            <p:cNvSpPr txBox="1"/>
            <p:nvPr userDrawn="1"/>
          </p:nvSpPr>
          <p:spPr>
            <a:xfrm>
              <a:off x="15865" y="3679"/>
              <a:ext cx="3112" cy="7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lvl="1" indent="0" algn="l" defTabSz="0" rtl="0" eaLnBrk="1" latinLnBrk="0" hangingPunct="1">
                <a:spcBef>
                  <a:spcPct val="0"/>
                </a:spcBef>
                <a:spcAft>
                  <a:spcPct val="0"/>
                </a:spcAft>
                <a:buSzTx/>
                <a:buNone/>
              </a:pP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 CN Medium" charset="0"/>
                  <a:ea typeface="思源黑体 CN Medium" charset="0"/>
                </a:rPr>
                <a:t>个性化图片推送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Medium" charset="0"/>
                <a:ea typeface="思源黑体 CN Medium" charset="0"/>
              </a:endParaRPr>
            </a:p>
          </p:txBody>
        </p:sp>
        <p:sp>
          <p:nvSpPr>
            <p:cNvPr id="92" name="文本框 91"/>
            <p:cNvSpPr txBox="1"/>
            <p:nvPr userDrawn="1"/>
          </p:nvSpPr>
          <p:spPr>
            <a:xfrm>
              <a:off x="15302" y="4756"/>
              <a:ext cx="3221" cy="2671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pPr marL="0" indent="0" algn="l" defTabSz="0" rtl="0" eaLnBrk="1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charset="0"/>
                  <a:cs typeface="思源黑体 CN Light" charset="0"/>
                </a:rPr>
                <a:t>基于</a:t>
              </a: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charset="0"/>
                  <a:cs typeface="思源黑体 CN Light" charset="0"/>
                </a:rPr>
                <a:t>AI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charset="0"/>
                  <a:cs typeface="思源黑体 CN Light" charset="0"/>
                </a:rPr>
                <a:t>智能推荐算法，深入分析用户的点赞、收藏等行为，自动构建用户兴趣画像。系统会将用户偏好与图片的标签、风格、主题等多维特征进行智能匹配，动态推送最符合个人兴趣的图片内容，让每位用户都能高效发现自己喜欢的精彩图片</a:t>
              </a:r>
              <a:endPara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charset="0"/>
                <a:cs typeface="思源黑体 CN Light" charset="0"/>
              </a:endParaRPr>
            </a:p>
          </p:txBody>
        </p:sp>
        <p:sp>
          <p:nvSpPr>
            <p:cNvPr id="100" name="椭圆 99"/>
            <p:cNvSpPr/>
            <p:nvPr>
              <p:custDataLst>
                <p:tags r:id="rId9"/>
              </p:custDataLst>
            </p:nvPr>
          </p:nvSpPr>
          <p:spPr>
            <a:xfrm>
              <a:off x="15087" y="3505"/>
              <a:ext cx="778" cy="74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l">
                <a:buClrTx/>
                <a:buSzTx/>
                <a:buFontTx/>
              </a:pPr>
              <a:endParaRPr lang="zh-CN" altLang="en-US">
                <a:cs typeface="思源黑体 CN Light" panose="020B0300000000000000" charset="-122"/>
                <a:sym typeface="+mn-ea"/>
              </a:endParaRPr>
            </a:p>
          </p:txBody>
        </p:sp>
        <p:grpSp>
          <p:nvGrpSpPr>
            <p:cNvPr id="101" name="图片 6" descr="32313538333630393b32313538333731313bd0cbc8a4c6abbac3"/>
            <p:cNvGrpSpPr/>
            <p:nvPr/>
          </p:nvGrpSpPr>
          <p:grpSpPr>
            <a:xfrm rot="0">
              <a:off x="15266" y="3673"/>
              <a:ext cx="420" cy="413"/>
              <a:chOff x="6572454" y="306001"/>
              <a:chExt cx="1063659" cy="1086747"/>
            </a:xfrm>
            <a:solidFill>
              <a:schemeClr val="bg1"/>
            </a:solidFill>
          </p:grpSpPr>
          <p:sp>
            <p:nvSpPr>
              <p:cNvPr id="102" name="任意多边形: 形状 40"/>
              <p:cNvSpPr/>
              <p:nvPr>
                <p:custDataLst>
                  <p:tags r:id="rId10"/>
                </p:custDataLst>
              </p:nvPr>
            </p:nvSpPr>
            <p:spPr>
              <a:xfrm>
                <a:off x="6572564" y="496105"/>
                <a:ext cx="528962" cy="446079"/>
              </a:xfrm>
              <a:custGeom>
                <a:avLst/>
                <a:gdLst>
                  <a:gd name="connsiteX0" fmla="*/ 287090 w 528962"/>
                  <a:gd name="connsiteY0" fmla="*/ 434393 h 446079"/>
                  <a:gd name="connsiteX1" fmla="*/ 229213 w 528962"/>
                  <a:gd name="connsiteY1" fmla="*/ 433572 h 446079"/>
                  <a:gd name="connsiteX2" fmla="*/ 41979 w 528962"/>
                  <a:gd name="connsiteY2" fmla="*/ 246660 h 446079"/>
                  <a:gd name="connsiteX3" fmla="*/ 41979 w 528962"/>
                  <a:gd name="connsiteY3" fmla="*/ 41960 h 446079"/>
                  <a:gd name="connsiteX4" fmla="*/ 246680 w 528962"/>
                  <a:gd name="connsiteY4" fmla="*/ 41960 h 446079"/>
                  <a:gd name="connsiteX5" fmla="*/ 264137 w 528962"/>
                  <a:gd name="connsiteY5" fmla="*/ 63001 h 446079"/>
                  <a:gd name="connsiteX6" fmla="*/ 281583 w 528962"/>
                  <a:gd name="connsiteY6" fmla="*/ 41960 h 446079"/>
                  <a:gd name="connsiteX7" fmla="*/ 486284 w 528962"/>
                  <a:gd name="connsiteY7" fmla="*/ 41960 h 446079"/>
                  <a:gd name="connsiteX8" fmla="*/ 486284 w 528962"/>
                  <a:gd name="connsiteY8" fmla="*/ 246577 h 446079"/>
                  <a:gd name="connsiteX9" fmla="*/ 480486 w 528962"/>
                  <a:gd name="connsiteY9" fmla="*/ 252074 h 446079"/>
                  <a:gd name="connsiteX10" fmla="*/ 287090 w 528962"/>
                  <a:gd name="connsiteY10" fmla="*/ 434393 h 446079"/>
                  <a:gd name="connsiteX11" fmla="*/ 144288 w 528962"/>
                  <a:gd name="connsiteY11" fmla="*/ 49524 h 446079"/>
                  <a:gd name="connsiteX12" fmla="*/ 56652 w 528962"/>
                  <a:gd name="connsiteY12" fmla="*/ 108031 h 446079"/>
                  <a:gd name="connsiteX13" fmla="*/ 77236 w 528962"/>
                  <a:gd name="connsiteY13" fmla="*/ 211373 h 446079"/>
                  <a:gd name="connsiteX14" fmla="*/ 258744 w 528962"/>
                  <a:gd name="connsiteY14" fmla="*/ 392570 h 446079"/>
                  <a:gd name="connsiteX15" fmla="*/ 446643 w 528962"/>
                  <a:gd name="connsiteY15" fmla="*/ 215394 h 446079"/>
                  <a:gd name="connsiteX16" fmla="*/ 446871 w 528962"/>
                  <a:gd name="connsiteY16" fmla="*/ 215186 h 446079"/>
                  <a:gd name="connsiteX17" fmla="*/ 450851 w 528962"/>
                  <a:gd name="connsiteY17" fmla="*/ 211425 h 446079"/>
                  <a:gd name="connsiteX18" fmla="*/ 450903 w 528962"/>
                  <a:gd name="connsiteY18" fmla="*/ 211425 h 446079"/>
                  <a:gd name="connsiteX19" fmla="*/ 469291 w 528962"/>
                  <a:gd name="connsiteY19" fmla="*/ 103371 h 446079"/>
                  <a:gd name="connsiteX20" fmla="*/ 373477 w 528962"/>
                  <a:gd name="connsiteY20" fmla="*/ 50138 h 446079"/>
                  <a:gd name="connsiteX21" fmla="*/ 291444 w 528962"/>
                  <a:gd name="connsiteY21" fmla="*/ 122832 h 446079"/>
                  <a:gd name="connsiteX22" fmla="*/ 264064 w 528962"/>
                  <a:gd name="connsiteY22" fmla="*/ 144362 h 446079"/>
                  <a:gd name="connsiteX23" fmla="*/ 236684 w 528962"/>
                  <a:gd name="connsiteY23" fmla="*/ 122822 h 446079"/>
                  <a:gd name="connsiteX24" fmla="*/ 144288 w 528962"/>
                  <a:gd name="connsiteY24" fmla="*/ 49576 h 446079"/>
                  <a:gd name="connsiteX25" fmla="*/ 144288 w 528962"/>
                  <a:gd name="connsiteY25" fmla="*/ 49524 h 446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28962" h="446079">
                    <a:moveTo>
                      <a:pt x="287090" y="434393"/>
                    </a:moveTo>
                    <a:cubicBezTo>
                      <a:pt x="270747" y="449806"/>
                      <a:pt x="245113" y="449442"/>
                      <a:pt x="229213" y="433572"/>
                    </a:cubicBezTo>
                    <a:lnTo>
                      <a:pt x="41979" y="246660"/>
                    </a:lnTo>
                    <a:cubicBezTo>
                      <a:pt x="-14454" y="190217"/>
                      <a:pt x="-14454" y="98403"/>
                      <a:pt x="41979" y="41960"/>
                    </a:cubicBezTo>
                    <a:cubicBezTo>
                      <a:pt x="98412" y="-14484"/>
                      <a:pt x="190216" y="-14453"/>
                      <a:pt x="246680" y="41960"/>
                    </a:cubicBezTo>
                    <a:cubicBezTo>
                      <a:pt x="253146" y="48410"/>
                      <a:pt x="258991" y="55455"/>
                      <a:pt x="264137" y="63001"/>
                    </a:cubicBezTo>
                    <a:cubicBezTo>
                      <a:pt x="269285" y="55459"/>
                      <a:pt x="275125" y="48415"/>
                      <a:pt x="281583" y="41960"/>
                    </a:cubicBezTo>
                    <a:cubicBezTo>
                      <a:pt x="338006" y="-14463"/>
                      <a:pt x="429820" y="-14463"/>
                      <a:pt x="486284" y="41960"/>
                    </a:cubicBezTo>
                    <a:cubicBezTo>
                      <a:pt x="542748" y="98382"/>
                      <a:pt x="542707" y="190155"/>
                      <a:pt x="486284" y="246577"/>
                    </a:cubicBezTo>
                    <a:cubicBezTo>
                      <a:pt x="484559" y="248323"/>
                      <a:pt x="482658" y="250121"/>
                      <a:pt x="480486" y="252074"/>
                    </a:cubicBezTo>
                    <a:lnTo>
                      <a:pt x="287090" y="434393"/>
                    </a:lnTo>
                    <a:moveTo>
                      <a:pt x="144288" y="49524"/>
                    </a:moveTo>
                    <a:cubicBezTo>
                      <a:pt x="105928" y="49496"/>
                      <a:pt x="71334" y="72592"/>
                      <a:pt x="56652" y="108031"/>
                    </a:cubicBezTo>
                    <a:cubicBezTo>
                      <a:pt x="41970" y="143470"/>
                      <a:pt x="50096" y="184264"/>
                      <a:pt x="77236" y="211373"/>
                    </a:cubicBezTo>
                    <a:lnTo>
                      <a:pt x="258744" y="392570"/>
                    </a:lnTo>
                    <a:lnTo>
                      <a:pt x="446643" y="215394"/>
                    </a:lnTo>
                    <a:lnTo>
                      <a:pt x="446871" y="215186"/>
                    </a:lnTo>
                    <a:cubicBezTo>
                      <a:pt x="448430" y="213784"/>
                      <a:pt x="449729" y="212557"/>
                      <a:pt x="450851" y="211425"/>
                    </a:cubicBezTo>
                    <a:lnTo>
                      <a:pt x="450903" y="211425"/>
                    </a:lnTo>
                    <a:cubicBezTo>
                      <a:pt x="479333" y="182954"/>
                      <a:pt x="486703" y="139642"/>
                      <a:pt x="469291" y="103371"/>
                    </a:cubicBezTo>
                    <a:cubicBezTo>
                      <a:pt x="451879" y="67098"/>
                      <a:pt x="413474" y="45762"/>
                      <a:pt x="373477" y="50138"/>
                    </a:cubicBezTo>
                    <a:cubicBezTo>
                      <a:pt x="333482" y="54515"/>
                      <a:pt x="300600" y="83653"/>
                      <a:pt x="291444" y="122832"/>
                    </a:cubicBezTo>
                    <a:cubicBezTo>
                      <a:pt x="288417" y="135491"/>
                      <a:pt x="277080" y="144406"/>
                      <a:pt x="264064" y="144362"/>
                    </a:cubicBezTo>
                    <a:cubicBezTo>
                      <a:pt x="251045" y="144405"/>
                      <a:pt x="239708" y="135485"/>
                      <a:pt x="236684" y="122822"/>
                    </a:cubicBezTo>
                    <a:cubicBezTo>
                      <a:pt x="226656" y="79898"/>
                      <a:pt x="188369" y="49546"/>
                      <a:pt x="144288" y="49576"/>
                    </a:cubicBezTo>
                    <a:lnTo>
                      <a:pt x="144288" y="49524"/>
                    </a:lnTo>
                  </a:path>
                </a:pathLst>
              </a:custGeom>
              <a:grpFill/>
              <a:ln w="1039" cap="flat">
                <a:noFill/>
                <a:prstDash val="solid"/>
                <a:miter/>
              </a:ln>
            </p:spPr>
            <p:txBody>
              <a:bodyPr rtlCol="0" anchor="ctr"/>
              <a:p>
                <a:pPr algn="l"/>
                <a:endParaRPr lang="zh-CN" altLang="en-US">
                  <a:cs typeface="思源黑体 CN Light" panose="020B0300000000000000" charset="-122"/>
                </a:endParaRPr>
              </a:p>
            </p:txBody>
          </p:sp>
          <p:sp>
            <p:nvSpPr>
              <p:cNvPr id="103" name="任意多边形: 形状 41"/>
              <p:cNvSpPr/>
              <p:nvPr>
                <p:custDataLst>
                  <p:tags r:id="rId11"/>
                </p:custDataLst>
              </p:nvPr>
            </p:nvSpPr>
            <p:spPr>
              <a:xfrm>
                <a:off x="6572454" y="306001"/>
                <a:ext cx="1063659" cy="1086747"/>
              </a:xfrm>
              <a:custGeom>
                <a:avLst/>
                <a:gdLst>
                  <a:gd name="connsiteX0" fmla="*/ 847514 w 914399"/>
                  <a:gd name="connsiteY0" fmla="*/ 82727 h 798021"/>
                  <a:gd name="connsiteX1" fmla="*/ 797638 w 914399"/>
                  <a:gd name="connsiteY1" fmla="*/ 82727 h 798021"/>
                  <a:gd name="connsiteX2" fmla="*/ 797638 w 914399"/>
                  <a:gd name="connsiteY2" fmla="*/ 66102 h 798021"/>
                  <a:gd name="connsiteX3" fmla="*/ 731136 w 914399"/>
                  <a:gd name="connsiteY3" fmla="*/ -400 h 798021"/>
                  <a:gd name="connsiteX4" fmla="*/ 66118 w 914399"/>
                  <a:gd name="connsiteY4" fmla="*/ -400 h 798021"/>
                  <a:gd name="connsiteX5" fmla="*/ -384 w 914399"/>
                  <a:gd name="connsiteY5" fmla="*/ 66102 h 798021"/>
                  <a:gd name="connsiteX6" fmla="*/ -384 w 914399"/>
                  <a:gd name="connsiteY6" fmla="*/ 614420 h 798021"/>
                  <a:gd name="connsiteX7" fmla="*/ 66118 w 914399"/>
                  <a:gd name="connsiteY7" fmla="*/ 680921 h 798021"/>
                  <a:gd name="connsiteX8" fmla="*/ 107681 w 914399"/>
                  <a:gd name="connsiteY8" fmla="*/ 680921 h 798021"/>
                  <a:gd name="connsiteX9" fmla="*/ 107681 w 914399"/>
                  <a:gd name="connsiteY9" fmla="*/ 731120 h 798021"/>
                  <a:gd name="connsiteX10" fmla="*/ 174183 w 914399"/>
                  <a:gd name="connsiteY10" fmla="*/ 797622 h 798021"/>
                  <a:gd name="connsiteX11" fmla="*/ 822576 w 914399"/>
                  <a:gd name="connsiteY11" fmla="*/ 797622 h 798021"/>
                  <a:gd name="connsiteX12" fmla="*/ 914016 w 914399"/>
                  <a:gd name="connsiteY12" fmla="*/ 706182 h 798021"/>
                  <a:gd name="connsiteX13" fmla="*/ 914016 w 914399"/>
                  <a:gd name="connsiteY13" fmla="*/ 149229 h 798021"/>
                  <a:gd name="connsiteX14" fmla="*/ 847514 w 914399"/>
                  <a:gd name="connsiteY14" fmla="*/ 82727 h 798021"/>
                  <a:gd name="connsiteX15" fmla="*/ 49492 w 914399"/>
                  <a:gd name="connsiteY15" fmla="*/ 614420 h 798021"/>
                  <a:gd name="connsiteX16" fmla="*/ 49492 w 914399"/>
                  <a:gd name="connsiteY16" fmla="*/ 66102 h 798021"/>
                  <a:gd name="connsiteX17" fmla="*/ 66118 w 914399"/>
                  <a:gd name="connsiteY17" fmla="*/ 49476 h 798021"/>
                  <a:gd name="connsiteX18" fmla="*/ 731136 w 914399"/>
                  <a:gd name="connsiteY18" fmla="*/ 49476 h 798021"/>
                  <a:gd name="connsiteX19" fmla="*/ 747761 w 914399"/>
                  <a:gd name="connsiteY19" fmla="*/ 66102 h 798021"/>
                  <a:gd name="connsiteX20" fmla="*/ 747761 w 914399"/>
                  <a:gd name="connsiteY20" fmla="*/ 614420 h 798021"/>
                  <a:gd name="connsiteX21" fmla="*/ 731136 w 914399"/>
                  <a:gd name="connsiteY21" fmla="*/ 631045 h 798021"/>
                  <a:gd name="connsiteX22" fmla="*/ 66118 w 914399"/>
                  <a:gd name="connsiteY22" fmla="*/ 631045 h 798021"/>
                  <a:gd name="connsiteX23" fmla="*/ 49492 w 914399"/>
                  <a:gd name="connsiteY23" fmla="*/ 614420 h 798021"/>
                  <a:gd name="connsiteX24" fmla="*/ 864139 w 914399"/>
                  <a:gd name="connsiteY24" fmla="*/ 706182 h 798021"/>
                  <a:gd name="connsiteX25" fmla="*/ 822576 w 914399"/>
                  <a:gd name="connsiteY25" fmla="*/ 747745 h 798021"/>
                  <a:gd name="connsiteX26" fmla="*/ 174183 w 914399"/>
                  <a:gd name="connsiteY26" fmla="*/ 747745 h 798021"/>
                  <a:gd name="connsiteX27" fmla="*/ 157558 w 914399"/>
                  <a:gd name="connsiteY27" fmla="*/ 731120 h 798021"/>
                  <a:gd name="connsiteX28" fmla="*/ 157558 w 914399"/>
                  <a:gd name="connsiteY28" fmla="*/ 680921 h 798021"/>
                  <a:gd name="connsiteX29" fmla="*/ 731136 w 914399"/>
                  <a:gd name="connsiteY29" fmla="*/ 680921 h 798021"/>
                  <a:gd name="connsiteX30" fmla="*/ 797638 w 914399"/>
                  <a:gd name="connsiteY30" fmla="*/ 614420 h 798021"/>
                  <a:gd name="connsiteX31" fmla="*/ 797638 w 914399"/>
                  <a:gd name="connsiteY31" fmla="*/ 132604 h 798021"/>
                  <a:gd name="connsiteX32" fmla="*/ 847514 w 914399"/>
                  <a:gd name="connsiteY32" fmla="*/ 132604 h 798021"/>
                  <a:gd name="connsiteX33" fmla="*/ 864139 w 914399"/>
                  <a:gd name="connsiteY33" fmla="*/ 149229 h 798021"/>
                  <a:gd name="connsiteX34" fmla="*/ 864139 w 914399"/>
                  <a:gd name="connsiteY34" fmla="*/ 706182 h 79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14399" h="798021">
                    <a:moveTo>
                      <a:pt x="847514" y="82727"/>
                    </a:moveTo>
                    <a:lnTo>
                      <a:pt x="797638" y="82727"/>
                    </a:lnTo>
                    <a:lnTo>
                      <a:pt x="797638" y="66102"/>
                    </a:lnTo>
                    <a:cubicBezTo>
                      <a:pt x="797597" y="29391"/>
                      <a:pt x="767847" y="-359"/>
                      <a:pt x="731136" y="-400"/>
                    </a:cubicBezTo>
                    <a:lnTo>
                      <a:pt x="66118" y="-400"/>
                    </a:lnTo>
                    <a:cubicBezTo>
                      <a:pt x="29407" y="-359"/>
                      <a:pt x="-344" y="29391"/>
                      <a:pt x="-384" y="66102"/>
                    </a:cubicBezTo>
                    <a:lnTo>
                      <a:pt x="-384" y="614420"/>
                    </a:lnTo>
                    <a:cubicBezTo>
                      <a:pt x="-344" y="651131"/>
                      <a:pt x="29407" y="680881"/>
                      <a:pt x="66118" y="680921"/>
                    </a:cubicBezTo>
                    <a:lnTo>
                      <a:pt x="107681" y="680921"/>
                    </a:lnTo>
                    <a:lnTo>
                      <a:pt x="107681" y="731120"/>
                    </a:lnTo>
                    <a:cubicBezTo>
                      <a:pt x="107722" y="767831"/>
                      <a:pt x="137472" y="797581"/>
                      <a:pt x="174183" y="797622"/>
                    </a:cubicBezTo>
                    <a:lnTo>
                      <a:pt x="822576" y="797622"/>
                    </a:lnTo>
                    <a:cubicBezTo>
                      <a:pt x="873053" y="797564"/>
                      <a:pt x="913959" y="756659"/>
                      <a:pt x="914016" y="706182"/>
                    </a:cubicBezTo>
                    <a:lnTo>
                      <a:pt x="914016" y="149229"/>
                    </a:lnTo>
                    <a:cubicBezTo>
                      <a:pt x="913975" y="112518"/>
                      <a:pt x="884225" y="82768"/>
                      <a:pt x="847514" y="82727"/>
                    </a:cubicBezTo>
                    <a:moveTo>
                      <a:pt x="49492" y="614420"/>
                    </a:moveTo>
                    <a:lnTo>
                      <a:pt x="49492" y="66102"/>
                    </a:lnTo>
                    <a:cubicBezTo>
                      <a:pt x="49492" y="56919"/>
                      <a:pt x="56935" y="49476"/>
                      <a:pt x="66118" y="49476"/>
                    </a:cubicBezTo>
                    <a:lnTo>
                      <a:pt x="731136" y="49476"/>
                    </a:lnTo>
                    <a:cubicBezTo>
                      <a:pt x="740318" y="49476"/>
                      <a:pt x="747761" y="56919"/>
                      <a:pt x="747761" y="66102"/>
                    </a:cubicBezTo>
                    <a:lnTo>
                      <a:pt x="747761" y="614420"/>
                    </a:lnTo>
                    <a:cubicBezTo>
                      <a:pt x="747761" y="623602"/>
                      <a:pt x="740318" y="631045"/>
                      <a:pt x="731136" y="631045"/>
                    </a:cubicBezTo>
                    <a:lnTo>
                      <a:pt x="66118" y="631045"/>
                    </a:lnTo>
                    <a:cubicBezTo>
                      <a:pt x="56935" y="631045"/>
                      <a:pt x="49492" y="623602"/>
                      <a:pt x="49492" y="614420"/>
                    </a:cubicBezTo>
                    <a:moveTo>
                      <a:pt x="864139" y="706182"/>
                    </a:moveTo>
                    <a:cubicBezTo>
                      <a:pt x="864139" y="729136"/>
                      <a:pt x="845530" y="747745"/>
                      <a:pt x="822576" y="747745"/>
                    </a:cubicBezTo>
                    <a:lnTo>
                      <a:pt x="174183" y="747745"/>
                    </a:lnTo>
                    <a:cubicBezTo>
                      <a:pt x="165001" y="747745"/>
                      <a:pt x="157558" y="740302"/>
                      <a:pt x="157558" y="731120"/>
                    </a:cubicBezTo>
                    <a:lnTo>
                      <a:pt x="157558" y="680921"/>
                    </a:lnTo>
                    <a:lnTo>
                      <a:pt x="731136" y="680921"/>
                    </a:lnTo>
                    <a:cubicBezTo>
                      <a:pt x="767847" y="680881"/>
                      <a:pt x="797597" y="651131"/>
                      <a:pt x="797638" y="614420"/>
                    </a:cubicBezTo>
                    <a:lnTo>
                      <a:pt x="797638" y="132604"/>
                    </a:lnTo>
                    <a:lnTo>
                      <a:pt x="847514" y="132604"/>
                    </a:lnTo>
                    <a:cubicBezTo>
                      <a:pt x="856696" y="132604"/>
                      <a:pt x="864139" y="140047"/>
                      <a:pt x="864139" y="149229"/>
                    </a:cubicBezTo>
                    <a:lnTo>
                      <a:pt x="864139" y="706182"/>
                    </a:lnTo>
                  </a:path>
                </a:pathLst>
              </a:custGeom>
              <a:grpFill/>
              <a:ln w="1039" cap="flat">
                <a:noFill/>
                <a:prstDash val="solid"/>
                <a:miter/>
              </a:ln>
            </p:spPr>
            <p:txBody>
              <a:bodyPr rtlCol="0" anchor="ctr"/>
              <a:p>
                <a:pPr algn="l"/>
                <a:endParaRPr lang="zh-CN" altLang="en-US">
                  <a:cs typeface="思源黑体 CN Light" panose="020B0300000000000000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>
            <a:off x="1106043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330305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60018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1762105" y="1562100"/>
            <a:ext cx="0" cy="413385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473710" y="2518410"/>
            <a:ext cx="5994400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1"/>
            <a:r>
              <a:rPr lang="zh-CN" altLang="en-US" sz="6600" dirty="0"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实训</a:t>
            </a:r>
            <a:r>
              <a:rPr lang="zh-CN" altLang="en-US" sz="6600" dirty="0">
                <a:latin typeface="思源黑体 CN Bold" panose="020B0800000000000000" charset="-122"/>
                <a:ea typeface="思源黑体 CN Bold" panose="020B0800000000000000" charset="-122"/>
                <a:cs typeface="Arial" panose="020B0604020202020204" pitchFamily="34" charset="0"/>
                <a:sym typeface="+mn-ea"/>
              </a:rPr>
              <a:t>回顾</a:t>
            </a:r>
            <a:endParaRPr lang="zh-CN" altLang="en-US" sz="6600" dirty="0"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73710" y="1355725"/>
            <a:ext cx="2134235" cy="133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9600" dirty="0">
                <a:gradFill>
                  <a:gsLst>
                    <a:gs pos="16000">
                      <a:schemeClr val="tx1">
                        <a:lumMod val="95000"/>
                        <a:lumOff val="5000"/>
                        <a:alpha val="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67000"/>
                      </a:schemeClr>
                    </a:gs>
                  </a:gsLst>
                  <a:lin ang="16200000" scaled="0"/>
                </a:gradFill>
                <a:latin typeface="思源黑体 CN Bold" panose="020B0800000000000000" charset="-122"/>
                <a:cs typeface="思源黑体 CN Bold" panose="020B0800000000000000" charset="-122"/>
                <a:sym typeface="+mn-ea"/>
              </a:rPr>
              <a:t>03</a:t>
            </a:r>
            <a:endParaRPr lang="en-US" altLang="zh-CN" sz="9600" dirty="0">
              <a:gradFill>
                <a:gsLst>
                  <a:gs pos="16000">
                    <a:schemeClr val="tx1">
                      <a:lumMod val="95000"/>
                      <a:lumOff val="5000"/>
                      <a:alpha val="0"/>
                    </a:schemeClr>
                  </a:gs>
                  <a:gs pos="100000">
                    <a:schemeClr val="tx1">
                      <a:lumMod val="95000"/>
                      <a:lumOff val="5000"/>
                      <a:alpha val="67000"/>
                    </a:schemeClr>
                  </a:gs>
                </a:gsLst>
                <a:lin ang="16200000" scaled="0"/>
              </a:gradFill>
              <a:latin typeface="思源黑体 CN Bold" panose="020B0800000000000000" charset="-122"/>
              <a:cs typeface="思源黑体 CN Bold" panose="020B0800000000000000" charset="-122"/>
              <a:sym typeface="+mn-ea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H="1">
            <a:off x="634048" y="4929505"/>
            <a:ext cx="388302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14350" y="3583503"/>
            <a:ext cx="3036178" cy="3086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lvl="0" algn="dist">
              <a:buClrTx/>
              <a:buSzTx/>
              <a:buFontTx/>
              <a:defRPr sz="1400" cap="all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defRPr>
            </a:lvl1pPr>
          </a:lstStyle>
          <a:p>
            <a:r>
              <a:rPr lang="en-US" altLang="zh-CN" dirty="0">
                <a:sym typeface="+mn-ea"/>
              </a:rPr>
              <a:t>Training Review </a:t>
            </a:r>
            <a:endParaRPr lang="zh-CN" altLang="en-US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6560" y="6216015"/>
            <a:ext cx="26714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>
              <a:buClrTx/>
              <a:buSzTx/>
              <a:buFontTx/>
              <a:defRPr sz="2400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Medium" panose="020B0600000000000000" charset="-122"/>
              </a:defRPr>
            </a:lvl1pPr>
          </a:lstStyle>
          <a:p>
            <a:r>
              <a:rPr lang="en-US" altLang="zh-CN" dirty="0"/>
              <a:t>20</a:t>
            </a:r>
            <a:r>
              <a:rPr lang="en-US" altLang="zh-CN" dirty="0">
                <a:cs typeface="Arial" panose="020B0604020202020204" pitchFamily="34" charset="0"/>
              </a:rPr>
              <a:t>25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521512" y="1304437"/>
            <a:ext cx="10752142" cy="2306955"/>
          </a:xfrm>
          <a:prstGeom prst="rect">
            <a:avLst/>
          </a:prstGeom>
        </p:spPr>
        <p:txBody>
          <a:bodyPr wrap="square" rtlCol="0">
            <a:noAutofit/>
          </a:bodyPr>
          <a:p>
            <a:pPr algn="ctr">
              <a:lnSpc>
                <a:spcPct val="140000"/>
              </a:lnSpc>
            </a:pPr>
            <a:r>
              <a:rPr lang="zh-CN" altLang="en-US" sz="2000"/>
              <a:t>这个项目不仅仅是一个技术产品，更是我们团队协作、技术探索和个人成长的见证。从最初的概念到现在的完整平台，我们走过了一段充满挑战与收获的旅程。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椭圆 28"/>
          <p:cNvSpPr/>
          <p:nvPr>
            <p:custDataLst>
              <p:tags r:id="rId1"/>
            </p:custDataLst>
          </p:nvPr>
        </p:nvSpPr>
        <p:spPr>
          <a:xfrm>
            <a:off x="1106043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30" name="椭圆 29"/>
          <p:cNvSpPr/>
          <p:nvPr>
            <p:custDataLst>
              <p:tags r:id="rId2"/>
            </p:custDataLst>
          </p:nvPr>
        </p:nvSpPr>
        <p:spPr>
          <a:xfrm>
            <a:off x="11330305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31" name="椭圆 30"/>
          <p:cNvSpPr/>
          <p:nvPr>
            <p:custDataLst>
              <p:tags r:id="rId3"/>
            </p:custDataLst>
          </p:nvPr>
        </p:nvSpPr>
        <p:spPr>
          <a:xfrm>
            <a:off x="1160018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369570" y="252730"/>
            <a:ext cx="454533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lvl="1">
              <a:buClrTx/>
              <a:buSzTx/>
              <a:buFontTx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/>
            <a:r>
              <a:rPr lang="zh-CN" altLang="en-US" sz="2500" dirty="0">
                <a:sym typeface="+mn-ea"/>
              </a:rPr>
              <a:t>技术收获</a:t>
            </a:r>
            <a:endParaRPr lang="en-US" altLang="zh-CN" sz="2500" dirty="0"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369570" y="582930"/>
            <a:ext cx="2395855" cy="350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charset="0"/>
                <a:cs typeface="思源黑体 CN Light" charset="0"/>
                <a:sym typeface="+mn-ea"/>
              </a:rPr>
              <a:t>Technical Learnings</a:t>
            </a:r>
            <a:endParaRPr lang="zh-CN" altLang="en-US">
              <a:latin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grpSp>
        <p:nvGrpSpPr>
          <p:cNvPr id="41" name="组合 40"/>
          <p:cNvGrpSpPr/>
          <p:nvPr userDrawn="1"/>
        </p:nvGrpSpPr>
        <p:grpSpPr>
          <a:xfrm rot="0">
            <a:off x="1735563" y="3031799"/>
            <a:ext cx="8720967" cy="1360170"/>
            <a:chOff x="10009" y="1368"/>
            <a:chExt cx="5916" cy="2142"/>
          </a:xfrm>
        </p:grpSpPr>
        <p:sp>
          <p:nvSpPr>
            <p:cNvPr id="11" name="文本框 10"/>
            <p:cNvSpPr txBox="1"/>
            <p:nvPr/>
          </p:nvSpPr>
          <p:spPr>
            <a:xfrm>
              <a:off x="10706" y="1368"/>
              <a:ext cx="4878" cy="58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l">
                <a:buClrTx/>
                <a:buSzTx/>
                <a:buFontTx/>
              </a:pPr>
              <a:r>
                <a:rPr lang="en-US" altLang="zh-CN" dirty="0">
                  <a:solidFill>
                    <a:srgbClr val="203864"/>
                  </a:solidFill>
                  <a:latin typeface="思源黑体 CN Medium" panose="020B0600000000000000" charset="-122"/>
                  <a:ea typeface="思源黑体 CN Light" panose="020B0300000000000000" charset="-122"/>
                  <a:cs typeface="思源黑体 CN Medium" panose="020B0600000000000000" charset="-122"/>
                  <a:sym typeface="+mn-ea"/>
                </a:rPr>
                <a:t>Django REST Framework</a:t>
              </a:r>
              <a:endParaRPr lang="en-US" altLang="zh-CN" dirty="0">
                <a:solidFill>
                  <a:srgbClr val="203864"/>
                </a:solidFill>
                <a:latin typeface="思源黑体 CN Medium" panose="020B0600000000000000" charset="-122"/>
                <a:ea typeface="思源黑体 CN Light" panose="020B0300000000000000" charset="-122"/>
                <a:cs typeface="思源黑体 CN Medium" panose="020B0600000000000000" charset="-122"/>
                <a:sym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615" y="1950"/>
              <a:ext cx="5310" cy="145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Django REST Framework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建立在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Django 4.1.7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基础上，为项目提供了强大的后端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API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开发能力。它采用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RESTful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设计原则，通过序列化器、视图集等组件快速构建标准化接口，同时集成了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JWT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认证机制确保数据传输安全。框架还支持自动生成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Swagger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文档，极大简化了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API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文档的维护工作。</a:t>
              </a: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0009" y="1950"/>
              <a:ext cx="135" cy="156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>
              <a:outerShdw blurRad="406400" dist="165100" dir="5400000" sx="96000" sy="96000" algn="t" rotWithShape="0">
                <a:schemeClr val="tx1">
                  <a:lumMod val="95000"/>
                  <a:lumOff val="5000"/>
                  <a:alpha val="1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思源黑体 CN Light" panose="020B0300000000000000" charset="-122"/>
                <a:sym typeface="+mn-ea"/>
              </a:endParaRPr>
            </a:p>
          </p:txBody>
        </p:sp>
      </p:grpSp>
      <p:grpSp>
        <p:nvGrpSpPr>
          <p:cNvPr id="42" name="组合 41"/>
          <p:cNvGrpSpPr/>
          <p:nvPr userDrawn="1"/>
        </p:nvGrpSpPr>
        <p:grpSpPr>
          <a:xfrm rot="0">
            <a:off x="1735563" y="1208666"/>
            <a:ext cx="8721561" cy="1360170"/>
            <a:chOff x="10009" y="1368"/>
            <a:chExt cx="5916" cy="2142"/>
          </a:xfrm>
        </p:grpSpPr>
        <p:sp>
          <p:nvSpPr>
            <p:cNvPr id="43" name="文本框 42"/>
            <p:cNvSpPr txBox="1"/>
            <p:nvPr/>
          </p:nvSpPr>
          <p:spPr>
            <a:xfrm>
              <a:off x="10706" y="1368"/>
              <a:ext cx="4878" cy="58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l">
                <a:buClrTx/>
                <a:buSzTx/>
                <a:buFontTx/>
              </a:pPr>
              <a:r>
                <a:rPr lang="en-US" altLang="zh-CN" dirty="0">
                  <a:solidFill>
                    <a:srgbClr val="203864"/>
                  </a:solidFill>
                  <a:latin typeface="思源黑体 CN Medium" panose="020B0600000000000000" charset="-122"/>
                  <a:ea typeface="思源黑体 CN Light" panose="020B0300000000000000" charset="-122"/>
                  <a:cs typeface="思源黑体 CN Medium" panose="020B0600000000000000" charset="-122"/>
                  <a:sym typeface="+mn-ea"/>
                </a:rPr>
                <a:t>Vue 3 + TypeScript</a:t>
              </a:r>
              <a:endParaRPr lang="en-US" altLang="zh-CN" dirty="0">
                <a:solidFill>
                  <a:srgbClr val="203864"/>
                </a:solidFill>
                <a:latin typeface="思源黑体 CN Medium" panose="020B0600000000000000" charset="-122"/>
                <a:ea typeface="思源黑体 CN Light" panose="020B0300000000000000" charset="-122"/>
                <a:cs typeface="思源黑体 CN Medium" panose="020B0600000000000000" charset="-122"/>
                <a:sym typeface="+mn-ea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0615" y="1950"/>
              <a:ext cx="5310" cy="145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Vue 3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作为现代前端框架的核心，采用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Composition API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提供了更灵活的状态管理方式，配合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TypeScript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的类型安全特性，能够在开发阶段就发现潜在错误，大大提升了代码质量和开发效率。响应式数据绑定机制确保了用户界面与数据状态的实时同步，而组件化开发模式则让代码具有极高的复用性和可维护性。</a:t>
              </a: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10009" y="1950"/>
              <a:ext cx="135" cy="156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>
              <a:outerShdw blurRad="406400" dist="165100" dir="5400000" sx="96000" sy="96000" algn="t" rotWithShape="0">
                <a:schemeClr val="tx1">
                  <a:lumMod val="95000"/>
                  <a:lumOff val="5000"/>
                  <a:alpha val="1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思源黑体 CN Light" panose="020B0300000000000000" charset="-122"/>
                <a:sym typeface="+mn-ea"/>
              </a:endParaRPr>
            </a:p>
          </p:txBody>
        </p:sp>
      </p:grpSp>
      <p:grpSp>
        <p:nvGrpSpPr>
          <p:cNvPr id="46" name="组合 45"/>
          <p:cNvGrpSpPr/>
          <p:nvPr userDrawn="1"/>
        </p:nvGrpSpPr>
        <p:grpSpPr>
          <a:xfrm rot="0">
            <a:off x="1734928" y="4649151"/>
            <a:ext cx="8721721" cy="1360170"/>
            <a:chOff x="10009" y="1368"/>
            <a:chExt cx="5916" cy="2142"/>
          </a:xfrm>
        </p:grpSpPr>
        <p:sp>
          <p:nvSpPr>
            <p:cNvPr id="47" name="文本框 46"/>
            <p:cNvSpPr txBox="1"/>
            <p:nvPr/>
          </p:nvSpPr>
          <p:spPr>
            <a:xfrm>
              <a:off x="10706" y="1368"/>
              <a:ext cx="4878" cy="58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l">
                <a:buClrTx/>
                <a:buSzTx/>
                <a:buFontTx/>
              </a:pPr>
              <a:r>
                <a:rPr lang="en-US" altLang="zh-CN" dirty="0">
                  <a:solidFill>
                    <a:srgbClr val="203864"/>
                  </a:solidFill>
                  <a:latin typeface="思源黑体 CN Medium" panose="020B0600000000000000" charset="-122"/>
                  <a:ea typeface="思源黑体 CN Light" panose="020B0300000000000000" charset="-122"/>
                  <a:cs typeface="思源黑体 CN Medium" panose="020B0600000000000000" charset="-122"/>
                  <a:sym typeface="+mn-ea"/>
                </a:rPr>
                <a:t>Element Plus + </a:t>
              </a:r>
              <a:r>
                <a:rPr lang="zh-CN" altLang="en-US" dirty="0">
                  <a:solidFill>
                    <a:srgbClr val="203864"/>
                  </a:solidFill>
                  <a:latin typeface="思源黑体 CN Medium" panose="020B0600000000000000" charset="-122"/>
                  <a:ea typeface="思源黑体 CN Light" panose="020B0300000000000000" charset="-122"/>
                  <a:cs typeface="思源黑体 CN Medium" panose="020B0600000000000000" charset="-122"/>
                  <a:sym typeface="+mn-ea"/>
                </a:rPr>
                <a:t>瀑布流</a:t>
              </a:r>
              <a:endParaRPr lang="en-US" altLang="zh-CN" dirty="0">
                <a:solidFill>
                  <a:srgbClr val="203864"/>
                </a:solidFill>
                <a:latin typeface="思源黑体 CN Medium" panose="020B0600000000000000" charset="-122"/>
                <a:ea typeface="思源黑体 CN Light" panose="020B0300000000000000" charset="-122"/>
                <a:cs typeface="思源黑体 CN Medium" panose="020B0600000000000000" charset="-122"/>
                <a:sym typeface="+mn-ea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0615" y="1950"/>
              <a:ext cx="5310" cy="145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Element Plus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企业级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UI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组件库为项目提供了丰富的界面组件和现代化的设计风格，确保用户界面既美观又实用。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Vue Waterfall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瀑布流插件则实现了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Pinterest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风格的图片展示效果，配合响应式设计确保在不同设备上都能提供良好的用户体验，流畅的动画效果进一步提升了界面的交互体验。</a:t>
              </a: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10009" y="1950"/>
              <a:ext cx="135" cy="156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>
              <a:outerShdw blurRad="406400" dist="165100" dir="5400000" sx="96000" sy="96000" algn="t" rotWithShape="0">
                <a:schemeClr val="tx1">
                  <a:lumMod val="95000"/>
                  <a:lumOff val="5000"/>
                  <a:alpha val="1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思源黑体 CN Light" panose="020B0300000000000000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椭圆 28"/>
          <p:cNvSpPr/>
          <p:nvPr>
            <p:custDataLst>
              <p:tags r:id="rId1"/>
            </p:custDataLst>
          </p:nvPr>
        </p:nvSpPr>
        <p:spPr>
          <a:xfrm>
            <a:off x="1106043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30" name="椭圆 29"/>
          <p:cNvSpPr/>
          <p:nvPr>
            <p:custDataLst>
              <p:tags r:id="rId2"/>
            </p:custDataLst>
          </p:nvPr>
        </p:nvSpPr>
        <p:spPr>
          <a:xfrm>
            <a:off x="11330305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31" name="椭圆 30"/>
          <p:cNvSpPr/>
          <p:nvPr>
            <p:custDataLst>
              <p:tags r:id="rId3"/>
            </p:custDataLst>
          </p:nvPr>
        </p:nvSpPr>
        <p:spPr>
          <a:xfrm>
            <a:off x="1160018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369570" y="252730"/>
            <a:ext cx="454533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lvl="1">
              <a:buClrTx/>
              <a:buSzTx/>
              <a:buFontTx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/>
            <a:r>
              <a:rPr lang="zh-CN" altLang="en-US" sz="2500" dirty="0">
                <a:sym typeface="+mn-ea"/>
              </a:rPr>
              <a:t>技术收获</a:t>
            </a:r>
            <a:endParaRPr lang="en-US" altLang="zh-CN" sz="2500" dirty="0"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369570" y="582930"/>
            <a:ext cx="2395855" cy="350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charset="0"/>
                <a:cs typeface="思源黑体 CN Light" charset="0"/>
                <a:sym typeface="+mn-ea"/>
              </a:rPr>
              <a:t>Technical Learnings</a:t>
            </a:r>
            <a:endParaRPr lang="zh-CN" altLang="en-US">
              <a:latin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grpSp>
        <p:nvGrpSpPr>
          <p:cNvPr id="41" name="组合 40"/>
          <p:cNvGrpSpPr/>
          <p:nvPr userDrawn="1"/>
        </p:nvGrpSpPr>
        <p:grpSpPr>
          <a:xfrm rot="0">
            <a:off x="1735245" y="2869037"/>
            <a:ext cx="8720967" cy="1360170"/>
            <a:chOff x="10009" y="1368"/>
            <a:chExt cx="5916" cy="2142"/>
          </a:xfrm>
        </p:grpSpPr>
        <p:sp>
          <p:nvSpPr>
            <p:cNvPr id="11" name="文本框 10"/>
            <p:cNvSpPr txBox="1"/>
            <p:nvPr/>
          </p:nvSpPr>
          <p:spPr>
            <a:xfrm>
              <a:off x="10706" y="1368"/>
              <a:ext cx="4878" cy="58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l">
                <a:buClrTx/>
                <a:buSzTx/>
                <a:buFontTx/>
              </a:pPr>
              <a:r>
                <a:rPr lang="zh-CN" altLang="en-US" dirty="0">
                  <a:solidFill>
                    <a:srgbClr val="203864"/>
                  </a:solidFill>
                  <a:latin typeface="思源黑体 CN Medium" panose="020B0600000000000000" charset="-122"/>
                  <a:ea typeface="思源黑体 CN Light" panose="020B0300000000000000" charset="-122"/>
                  <a:cs typeface="思源黑体 CN Medium" panose="020B0600000000000000" charset="-122"/>
                  <a:sym typeface="+mn-ea"/>
                </a:rPr>
                <a:t>七牛云存储</a:t>
              </a:r>
              <a:endParaRPr lang="zh-CN" altLang="en-US" dirty="0">
                <a:solidFill>
                  <a:srgbClr val="203864"/>
                </a:solidFill>
                <a:latin typeface="思源黑体 CN Medium" panose="020B0600000000000000" charset="-122"/>
                <a:ea typeface="思源黑体 CN Light" panose="020B0300000000000000" charset="-122"/>
                <a:cs typeface="思源黑体 CN Medium" panose="020B0600000000000000" charset="-122"/>
                <a:sym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615" y="1950"/>
              <a:ext cx="5310" cy="145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七牛云对象存储服务为项目提供了可靠的云端文件管理解决方案，支持图片文件的高效存储和快速访问。通过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CDN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加速分发，确保用户在全球范围内都能快速加载图片内容，同时具备高可用性和强大的扩展能力，能够应对大规模用户访问的需求。</a:t>
              </a: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0009" y="1950"/>
              <a:ext cx="135" cy="156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>
              <a:outerShdw blurRad="406400" dist="165100" dir="5400000" sx="96000" sy="96000" algn="t" rotWithShape="0">
                <a:schemeClr val="tx1">
                  <a:lumMod val="95000"/>
                  <a:lumOff val="5000"/>
                  <a:alpha val="1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思源黑体 CN Light" panose="020B0300000000000000" charset="-122"/>
                <a:sym typeface="+mn-ea"/>
              </a:endParaRPr>
            </a:p>
          </p:txBody>
        </p:sp>
      </p:grpSp>
      <p:grpSp>
        <p:nvGrpSpPr>
          <p:cNvPr id="42" name="组合 41"/>
          <p:cNvGrpSpPr/>
          <p:nvPr userDrawn="1"/>
        </p:nvGrpSpPr>
        <p:grpSpPr>
          <a:xfrm rot="0">
            <a:off x="1735295" y="1234597"/>
            <a:ext cx="8721512" cy="1360170"/>
            <a:chOff x="10009" y="1368"/>
            <a:chExt cx="5916" cy="2142"/>
          </a:xfrm>
        </p:grpSpPr>
        <p:sp>
          <p:nvSpPr>
            <p:cNvPr id="43" name="文本框 42"/>
            <p:cNvSpPr txBox="1"/>
            <p:nvPr/>
          </p:nvSpPr>
          <p:spPr>
            <a:xfrm>
              <a:off x="10706" y="1368"/>
              <a:ext cx="4878" cy="58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l">
                <a:buClrTx/>
                <a:buSzTx/>
                <a:buFontTx/>
              </a:pPr>
              <a:r>
                <a:rPr lang="en-US" altLang="zh-CN" dirty="0">
                  <a:solidFill>
                    <a:srgbClr val="203864"/>
                  </a:solidFill>
                  <a:latin typeface="思源黑体 CN Medium" panose="020B0600000000000000" charset="-122"/>
                  <a:ea typeface="思源黑体 CN Light" panose="020B0300000000000000" charset="-122"/>
                  <a:cs typeface="思源黑体 CN Medium" panose="020B0600000000000000" charset="-122"/>
                  <a:sym typeface="+mn-ea"/>
                </a:rPr>
                <a:t>SQLite + MySQL</a:t>
              </a:r>
              <a:r>
                <a:rPr lang="zh-CN" altLang="en-US" dirty="0">
                  <a:solidFill>
                    <a:srgbClr val="203864"/>
                  </a:solidFill>
                  <a:latin typeface="思源黑体 CN Medium" panose="020B0600000000000000" charset="-122"/>
                  <a:ea typeface="思源黑体 CN Light" panose="020B0300000000000000" charset="-122"/>
                  <a:cs typeface="思源黑体 CN Medium" panose="020B0600000000000000" charset="-122"/>
                  <a:sym typeface="+mn-ea"/>
                </a:rPr>
                <a:t>数据库</a:t>
              </a:r>
              <a:endParaRPr lang="en-US" altLang="zh-CN" dirty="0">
                <a:solidFill>
                  <a:srgbClr val="203864"/>
                </a:solidFill>
                <a:latin typeface="思源黑体 CN Medium" panose="020B0600000000000000" charset="-122"/>
                <a:ea typeface="思源黑体 CN Light" panose="020B0300000000000000" charset="-122"/>
                <a:cs typeface="思源黑体 CN Medium" panose="020B0600000000000000" charset="-122"/>
                <a:sym typeface="+mn-ea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0615" y="1950"/>
              <a:ext cx="5310" cy="145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项目采用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SQLite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作为开发环境的轻量级数据库，提供了快速的数据存储和查询能力，同时支持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MySQL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作为生产环境数据库，确保系统的高性能和可扩展性。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Django ORM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提供了强大的数据库抽象层，支持复杂查询、事务管理和数据迁移，为项目的稳定运行提供了可靠的数据基础。</a:t>
              </a: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10009" y="1950"/>
              <a:ext cx="135" cy="156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>
              <a:outerShdw blurRad="406400" dist="165100" dir="5400000" sx="96000" sy="96000" algn="t" rotWithShape="0">
                <a:schemeClr val="tx1">
                  <a:lumMod val="95000"/>
                  <a:lumOff val="5000"/>
                  <a:alpha val="1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思源黑体 CN Light" panose="020B0300000000000000" charset="-122"/>
                <a:sym typeface="+mn-ea"/>
              </a:endParaRPr>
            </a:p>
          </p:txBody>
        </p:sp>
      </p:grpSp>
      <p:grpSp>
        <p:nvGrpSpPr>
          <p:cNvPr id="46" name="组合 45"/>
          <p:cNvGrpSpPr/>
          <p:nvPr userDrawn="1"/>
        </p:nvGrpSpPr>
        <p:grpSpPr>
          <a:xfrm rot="0">
            <a:off x="1735245" y="4574329"/>
            <a:ext cx="8721086" cy="1360170"/>
            <a:chOff x="10009" y="1368"/>
            <a:chExt cx="5916" cy="2142"/>
          </a:xfrm>
        </p:grpSpPr>
        <p:sp>
          <p:nvSpPr>
            <p:cNvPr id="47" name="文本框 46"/>
            <p:cNvSpPr txBox="1"/>
            <p:nvPr/>
          </p:nvSpPr>
          <p:spPr>
            <a:xfrm>
              <a:off x="10706" y="1368"/>
              <a:ext cx="4878" cy="58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l">
                <a:buClrTx/>
                <a:buSzTx/>
                <a:buFontTx/>
              </a:pPr>
              <a:r>
                <a:rPr lang="en-US" altLang="zh-CN" dirty="0">
                  <a:solidFill>
                    <a:srgbClr val="203864"/>
                  </a:solidFill>
                  <a:latin typeface="思源黑体 CN Medium" panose="020B0600000000000000" charset="-122"/>
                  <a:ea typeface="思源黑体 CN Light" panose="020B0300000000000000" charset="-122"/>
                  <a:cs typeface="思源黑体 CN Medium" panose="020B0600000000000000" charset="-122"/>
                  <a:sym typeface="+mn-ea"/>
                </a:rPr>
                <a:t>PyTorch + OpenCV</a:t>
              </a:r>
              <a:endParaRPr lang="en-US" altLang="zh-CN" dirty="0">
                <a:solidFill>
                  <a:srgbClr val="203864"/>
                </a:solidFill>
                <a:latin typeface="思源黑体 CN Medium" panose="020B0600000000000000" charset="-122"/>
                <a:ea typeface="思源黑体 CN Light" panose="020B0300000000000000" charset="-122"/>
                <a:cs typeface="思源黑体 CN Medium" panose="020B0600000000000000" charset="-122"/>
                <a:sym typeface="+mn-ea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0615" y="1950"/>
              <a:ext cx="5310" cy="145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PyTorch 2.0.1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深度学习框架为项目注入了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AI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智能分析能力，能够对上传的图片进行深度学习和内容识别。结合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OpenCV 4.11.0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charset="-122"/>
                  <a:cs typeface="思源黑体 CN Light" panose="020B0300000000000000" charset="-122"/>
                  <a:sym typeface="+mn-ea"/>
                </a:rPr>
                <a:t>计算机视觉库，系统可以实现图像分类、风格分析、情感识别等高级功能，并基于用户行为数据构建个性化推荐算法，为用户提供智能化的图片管理体验。</a:t>
              </a: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10009" y="1950"/>
              <a:ext cx="135" cy="156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>
              <a:outerShdw blurRad="406400" dist="165100" dir="5400000" sx="96000" sy="96000" algn="t" rotWithShape="0">
                <a:schemeClr val="tx1">
                  <a:lumMod val="95000"/>
                  <a:lumOff val="5000"/>
                  <a:alpha val="1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思源黑体 CN Light" panose="020B0300000000000000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69591" y="933455"/>
            <a:ext cx="11336655" cy="19970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CN Light" panose="020B0300000000000000" charset="-122"/>
              <a:sym typeface="+mn-ea"/>
            </a:endParaRPr>
          </a:p>
        </p:txBody>
      </p:sp>
      <p:pic>
        <p:nvPicPr>
          <p:cNvPr id="9" name="图片 8" descr="VCG418397608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42616" y="1016640"/>
            <a:ext cx="1824355" cy="1824355"/>
          </a:xfrm>
          <a:prstGeom prst="ellipse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2495571" y="1303143"/>
            <a:ext cx="8757920" cy="154039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charset="0"/>
                <a:cs typeface="思源黑体 CN Light" charset="0"/>
                <a:sym typeface="+mn-ea"/>
              </a:rPr>
              <a:t>在为期数周的PhotoX项目开发中，我们五人团队从需求分析到系统设计，再到模块实现与联调，经历了完整的软件开发周期。这段经历不仅锤炼了我们的技术能力，更让我们对团队协作的本质有了深刻理解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rPr>
              <a:t>。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rPr>
              <a:t>PhotoX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rPr>
              <a:t>项目的成功交付，不仅在于实现了“智能图像管理”的功能，更在于我们验证了一个真理：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思源黑体 CN Light" panose="020B0300000000000000" charset="-122"/>
              </a:rPr>
              <a:t>卓越的软件不是个人英雄主义的产物，而是集体智慧的结晶——技术为骨，协作为魂。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思源黑体 CN Light" panose="020B0300000000000000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261102" y="3436493"/>
            <a:ext cx="695871" cy="695871"/>
            <a:chOff x="3664" y="2779"/>
            <a:chExt cx="1275" cy="1275"/>
          </a:xfrm>
        </p:grpSpPr>
        <p:sp>
          <p:nvSpPr>
            <p:cNvPr id="5" name="椭圆 4"/>
            <p:cNvSpPr/>
            <p:nvPr>
              <p:custDataLst>
                <p:tags r:id="rId2"/>
              </p:custDataLst>
            </p:nvPr>
          </p:nvSpPr>
          <p:spPr>
            <a:xfrm>
              <a:off x="3664" y="2779"/>
              <a:ext cx="1275" cy="127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思源黑体 CN Light" panose="020B0300000000000000" charset="-122"/>
                <a:sym typeface="+mn-ea"/>
              </a:endParaRPr>
            </a:p>
          </p:txBody>
        </p:sp>
        <p:grpSp>
          <p:nvGrpSpPr>
            <p:cNvPr id="40" name="图片 6" descr="32313538333630393b32313538333731313bd0cbc8a4c6abbac3"/>
            <p:cNvGrpSpPr/>
            <p:nvPr/>
          </p:nvGrpSpPr>
          <p:grpSpPr>
            <a:xfrm>
              <a:off x="4004" y="3128"/>
              <a:ext cx="591" cy="517"/>
              <a:chOff x="6414781" y="355369"/>
              <a:chExt cx="914399" cy="798021"/>
            </a:xfrm>
            <a:solidFill>
              <a:schemeClr val="bg1"/>
            </a:solidFill>
          </p:grpSpPr>
          <p:sp>
            <p:nvSpPr>
              <p:cNvPr id="41" name="任意多边形: 形状 40"/>
              <p:cNvSpPr/>
              <p:nvPr>
                <p:custDataLst>
                  <p:tags r:id="rId3"/>
                </p:custDataLst>
              </p:nvPr>
            </p:nvSpPr>
            <p:spPr>
              <a:xfrm>
                <a:off x="6572564" y="496105"/>
                <a:ext cx="528962" cy="446079"/>
              </a:xfrm>
              <a:custGeom>
                <a:avLst/>
                <a:gdLst>
                  <a:gd name="connsiteX0" fmla="*/ 287090 w 528962"/>
                  <a:gd name="connsiteY0" fmla="*/ 434393 h 446079"/>
                  <a:gd name="connsiteX1" fmla="*/ 229213 w 528962"/>
                  <a:gd name="connsiteY1" fmla="*/ 433572 h 446079"/>
                  <a:gd name="connsiteX2" fmla="*/ 41979 w 528962"/>
                  <a:gd name="connsiteY2" fmla="*/ 246660 h 446079"/>
                  <a:gd name="connsiteX3" fmla="*/ 41979 w 528962"/>
                  <a:gd name="connsiteY3" fmla="*/ 41960 h 446079"/>
                  <a:gd name="connsiteX4" fmla="*/ 246680 w 528962"/>
                  <a:gd name="connsiteY4" fmla="*/ 41960 h 446079"/>
                  <a:gd name="connsiteX5" fmla="*/ 264137 w 528962"/>
                  <a:gd name="connsiteY5" fmla="*/ 63001 h 446079"/>
                  <a:gd name="connsiteX6" fmla="*/ 281583 w 528962"/>
                  <a:gd name="connsiteY6" fmla="*/ 41960 h 446079"/>
                  <a:gd name="connsiteX7" fmla="*/ 486284 w 528962"/>
                  <a:gd name="connsiteY7" fmla="*/ 41960 h 446079"/>
                  <a:gd name="connsiteX8" fmla="*/ 486284 w 528962"/>
                  <a:gd name="connsiteY8" fmla="*/ 246577 h 446079"/>
                  <a:gd name="connsiteX9" fmla="*/ 480486 w 528962"/>
                  <a:gd name="connsiteY9" fmla="*/ 252074 h 446079"/>
                  <a:gd name="connsiteX10" fmla="*/ 287090 w 528962"/>
                  <a:gd name="connsiteY10" fmla="*/ 434393 h 446079"/>
                  <a:gd name="connsiteX11" fmla="*/ 144288 w 528962"/>
                  <a:gd name="connsiteY11" fmla="*/ 49524 h 446079"/>
                  <a:gd name="connsiteX12" fmla="*/ 56652 w 528962"/>
                  <a:gd name="connsiteY12" fmla="*/ 108031 h 446079"/>
                  <a:gd name="connsiteX13" fmla="*/ 77236 w 528962"/>
                  <a:gd name="connsiteY13" fmla="*/ 211373 h 446079"/>
                  <a:gd name="connsiteX14" fmla="*/ 258744 w 528962"/>
                  <a:gd name="connsiteY14" fmla="*/ 392570 h 446079"/>
                  <a:gd name="connsiteX15" fmla="*/ 446643 w 528962"/>
                  <a:gd name="connsiteY15" fmla="*/ 215394 h 446079"/>
                  <a:gd name="connsiteX16" fmla="*/ 446871 w 528962"/>
                  <a:gd name="connsiteY16" fmla="*/ 215186 h 446079"/>
                  <a:gd name="connsiteX17" fmla="*/ 450851 w 528962"/>
                  <a:gd name="connsiteY17" fmla="*/ 211425 h 446079"/>
                  <a:gd name="connsiteX18" fmla="*/ 450903 w 528962"/>
                  <a:gd name="connsiteY18" fmla="*/ 211425 h 446079"/>
                  <a:gd name="connsiteX19" fmla="*/ 469291 w 528962"/>
                  <a:gd name="connsiteY19" fmla="*/ 103371 h 446079"/>
                  <a:gd name="connsiteX20" fmla="*/ 373477 w 528962"/>
                  <a:gd name="connsiteY20" fmla="*/ 50138 h 446079"/>
                  <a:gd name="connsiteX21" fmla="*/ 291444 w 528962"/>
                  <a:gd name="connsiteY21" fmla="*/ 122832 h 446079"/>
                  <a:gd name="connsiteX22" fmla="*/ 264064 w 528962"/>
                  <a:gd name="connsiteY22" fmla="*/ 144362 h 446079"/>
                  <a:gd name="connsiteX23" fmla="*/ 236684 w 528962"/>
                  <a:gd name="connsiteY23" fmla="*/ 122822 h 446079"/>
                  <a:gd name="connsiteX24" fmla="*/ 144288 w 528962"/>
                  <a:gd name="connsiteY24" fmla="*/ 49576 h 446079"/>
                  <a:gd name="connsiteX25" fmla="*/ 144288 w 528962"/>
                  <a:gd name="connsiteY25" fmla="*/ 49524 h 446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28962" h="446079">
                    <a:moveTo>
                      <a:pt x="287090" y="434393"/>
                    </a:moveTo>
                    <a:cubicBezTo>
                      <a:pt x="270747" y="449806"/>
                      <a:pt x="245113" y="449442"/>
                      <a:pt x="229213" y="433572"/>
                    </a:cubicBezTo>
                    <a:lnTo>
                      <a:pt x="41979" y="246660"/>
                    </a:lnTo>
                    <a:cubicBezTo>
                      <a:pt x="-14454" y="190217"/>
                      <a:pt x="-14454" y="98403"/>
                      <a:pt x="41979" y="41960"/>
                    </a:cubicBezTo>
                    <a:cubicBezTo>
                      <a:pt x="98412" y="-14484"/>
                      <a:pt x="190216" y="-14453"/>
                      <a:pt x="246680" y="41960"/>
                    </a:cubicBezTo>
                    <a:cubicBezTo>
                      <a:pt x="253146" y="48410"/>
                      <a:pt x="258991" y="55455"/>
                      <a:pt x="264137" y="63001"/>
                    </a:cubicBezTo>
                    <a:cubicBezTo>
                      <a:pt x="269285" y="55459"/>
                      <a:pt x="275125" y="48415"/>
                      <a:pt x="281583" y="41960"/>
                    </a:cubicBezTo>
                    <a:cubicBezTo>
                      <a:pt x="338006" y="-14463"/>
                      <a:pt x="429820" y="-14463"/>
                      <a:pt x="486284" y="41960"/>
                    </a:cubicBezTo>
                    <a:cubicBezTo>
                      <a:pt x="542748" y="98382"/>
                      <a:pt x="542707" y="190155"/>
                      <a:pt x="486284" y="246577"/>
                    </a:cubicBezTo>
                    <a:cubicBezTo>
                      <a:pt x="484559" y="248323"/>
                      <a:pt x="482658" y="250121"/>
                      <a:pt x="480486" y="252074"/>
                    </a:cubicBezTo>
                    <a:lnTo>
                      <a:pt x="287090" y="434393"/>
                    </a:lnTo>
                    <a:moveTo>
                      <a:pt x="144288" y="49524"/>
                    </a:moveTo>
                    <a:cubicBezTo>
                      <a:pt x="105928" y="49496"/>
                      <a:pt x="71334" y="72592"/>
                      <a:pt x="56652" y="108031"/>
                    </a:cubicBezTo>
                    <a:cubicBezTo>
                      <a:pt x="41970" y="143470"/>
                      <a:pt x="50096" y="184264"/>
                      <a:pt x="77236" y="211373"/>
                    </a:cubicBezTo>
                    <a:lnTo>
                      <a:pt x="258744" y="392570"/>
                    </a:lnTo>
                    <a:lnTo>
                      <a:pt x="446643" y="215394"/>
                    </a:lnTo>
                    <a:lnTo>
                      <a:pt x="446871" y="215186"/>
                    </a:lnTo>
                    <a:cubicBezTo>
                      <a:pt x="448430" y="213784"/>
                      <a:pt x="449729" y="212557"/>
                      <a:pt x="450851" y="211425"/>
                    </a:cubicBezTo>
                    <a:lnTo>
                      <a:pt x="450903" y="211425"/>
                    </a:lnTo>
                    <a:cubicBezTo>
                      <a:pt x="479333" y="182954"/>
                      <a:pt x="486703" y="139642"/>
                      <a:pt x="469291" y="103371"/>
                    </a:cubicBezTo>
                    <a:cubicBezTo>
                      <a:pt x="451879" y="67098"/>
                      <a:pt x="413474" y="45762"/>
                      <a:pt x="373477" y="50138"/>
                    </a:cubicBezTo>
                    <a:cubicBezTo>
                      <a:pt x="333482" y="54515"/>
                      <a:pt x="300600" y="83653"/>
                      <a:pt x="291444" y="122832"/>
                    </a:cubicBezTo>
                    <a:cubicBezTo>
                      <a:pt x="288417" y="135491"/>
                      <a:pt x="277080" y="144406"/>
                      <a:pt x="264064" y="144362"/>
                    </a:cubicBezTo>
                    <a:cubicBezTo>
                      <a:pt x="251045" y="144405"/>
                      <a:pt x="239708" y="135485"/>
                      <a:pt x="236684" y="122822"/>
                    </a:cubicBezTo>
                    <a:cubicBezTo>
                      <a:pt x="226656" y="79898"/>
                      <a:pt x="188369" y="49546"/>
                      <a:pt x="144288" y="49576"/>
                    </a:cubicBezTo>
                    <a:lnTo>
                      <a:pt x="144288" y="49524"/>
                    </a:lnTo>
                  </a:path>
                </a:pathLst>
              </a:custGeom>
              <a:grpFill/>
              <a:ln w="10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思源黑体 CN Light" panose="020B0300000000000000" charset="-122"/>
                </a:endParaRPr>
              </a:p>
            </p:txBody>
          </p:sp>
          <p:sp>
            <p:nvSpPr>
              <p:cNvPr id="42" name="任意多边形: 形状 41"/>
              <p:cNvSpPr/>
              <p:nvPr>
                <p:custDataLst>
                  <p:tags r:id="rId4"/>
                </p:custDataLst>
              </p:nvPr>
            </p:nvSpPr>
            <p:spPr>
              <a:xfrm>
                <a:off x="6414781" y="355369"/>
                <a:ext cx="914399" cy="798021"/>
              </a:xfrm>
              <a:custGeom>
                <a:avLst/>
                <a:gdLst>
                  <a:gd name="connsiteX0" fmla="*/ 847514 w 914399"/>
                  <a:gd name="connsiteY0" fmla="*/ 82727 h 798021"/>
                  <a:gd name="connsiteX1" fmla="*/ 797638 w 914399"/>
                  <a:gd name="connsiteY1" fmla="*/ 82727 h 798021"/>
                  <a:gd name="connsiteX2" fmla="*/ 797638 w 914399"/>
                  <a:gd name="connsiteY2" fmla="*/ 66102 h 798021"/>
                  <a:gd name="connsiteX3" fmla="*/ 731136 w 914399"/>
                  <a:gd name="connsiteY3" fmla="*/ -400 h 798021"/>
                  <a:gd name="connsiteX4" fmla="*/ 66118 w 914399"/>
                  <a:gd name="connsiteY4" fmla="*/ -400 h 798021"/>
                  <a:gd name="connsiteX5" fmla="*/ -384 w 914399"/>
                  <a:gd name="connsiteY5" fmla="*/ 66102 h 798021"/>
                  <a:gd name="connsiteX6" fmla="*/ -384 w 914399"/>
                  <a:gd name="connsiteY6" fmla="*/ 614420 h 798021"/>
                  <a:gd name="connsiteX7" fmla="*/ 66118 w 914399"/>
                  <a:gd name="connsiteY7" fmla="*/ 680921 h 798021"/>
                  <a:gd name="connsiteX8" fmla="*/ 107681 w 914399"/>
                  <a:gd name="connsiteY8" fmla="*/ 680921 h 798021"/>
                  <a:gd name="connsiteX9" fmla="*/ 107681 w 914399"/>
                  <a:gd name="connsiteY9" fmla="*/ 731120 h 798021"/>
                  <a:gd name="connsiteX10" fmla="*/ 174183 w 914399"/>
                  <a:gd name="connsiteY10" fmla="*/ 797622 h 798021"/>
                  <a:gd name="connsiteX11" fmla="*/ 822576 w 914399"/>
                  <a:gd name="connsiteY11" fmla="*/ 797622 h 798021"/>
                  <a:gd name="connsiteX12" fmla="*/ 914016 w 914399"/>
                  <a:gd name="connsiteY12" fmla="*/ 706182 h 798021"/>
                  <a:gd name="connsiteX13" fmla="*/ 914016 w 914399"/>
                  <a:gd name="connsiteY13" fmla="*/ 149229 h 798021"/>
                  <a:gd name="connsiteX14" fmla="*/ 847514 w 914399"/>
                  <a:gd name="connsiteY14" fmla="*/ 82727 h 798021"/>
                  <a:gd name="connsiteX15" fmla="*/ 49492 w 914399"/>
                  <a:gd name="connsiteY15" fmla="*/ 614420 h 798021"/>
                  <a:gd name="connsiteX16" fmla="*/ 49492 w 914399"/>
                  <a:gd name="connsiteY16" fmla="*/ 66102 h 798021"/>
                  <a:gd name="connsiteX17" fmla="*/ 66118 w 914399"/>
                  <a:gd name="connsiteY17" fmla="*/ 49476 h 798021"/>
                  <a:gd name="connsiteX18" fmla="*/ 731136 w 914399"/>
                  <a:gd name="connsiteY18" fmla="*/ 49476 h 798021"/>
                  <a:gd name="connsiteX19" fmla="*/ 747761 w 914399"/>
                  <a:gd name="connsiteY19" fmla="*/ 66102 h 798021"/>
                  <a:gd name="connsiteX20" fmla="*/ 747761 w 914399"/>
                  <a:gd name="connsiteY20" fmla="*/ 614420 h 798021"/>
                  <a:gd name="connsiteX21" fmla="*/ 731136 w 914399"/>
                  <a:gd name="connsiteY21" fmla="*/ 631045 h 798021"/>
                  <a:gd name="connsiteX22" fmla="*/ 66118 w 914399"/>
                  <a:gd name="connsiteY22" fmla="*/ 631045 h 798021"/>
                  <a:gd name="connsiteX23" fmla="*/ 49492 w 914399"/>
                  <a:gd name="connsiteY23" fmla="*/ 614420 h 798021"/>
                  <a:gd name="connsiteX24" fmla="*/ 864139 w 914399"/>
                  <a:gd name="connsiteY24" fmla="*/ 706182 h 798021"/>
                  <a:gd name="connsiteX25" fmla="*/ 822576 w 914399"/>
                  <a:gd name="connsiteY25" fmla="*/ 747745 h 798021"/>
                  <a:gd name="connsiteX26" fmla="*/ 174183 w 914399"/>
                  <a:gd name="connsiteY26" fmla="*/ 747745 h 798021"/>
                  <a:gd name="connsiteX27" fmla="*/ 157558 w 914399"/>
                  <a:gd name="connsiteY27" fmla="*/ 731120 h 798021"/>
                  <a:gd name="connsiteX28" fmla="*/ 157558 w 914399"/>
                  <a:gd name="connsiteY28" fmla="*/ 680921 h 798021"/>
                  <a:gd name="connsiteX29" fmla="*/ 731136 w 914399"/>
                  <a:gd name="connsiteY29" fmla="*/ 680921 h 798021"/>
                  <a:gd name="connsiteX30" fmla="*/ 797638 w 914399"/>
                  <a:gd name="connsiteY30" fmla="*/ 614420 h 798021"/>
                  <a:gd name="connsiteX31" fmla="*/ 797638 w 914399"/>
                  <a:gd name="connsiteY31" fmla="*/ 132604 h 798021"/>
                  <a:gd name="connsiteX32" fmla="*/ 847514 w 914399"/>
                  <a:gd name="connsiteY32" fmla="*/ 132604 h 798021"/>
                  <a:gd name="connsiteX33" fmla="*/ 864139 w 914399"/>
                  <a:gd name="connsiteY33" fmla="*/ 149229 h 798021"/>
                  <a:gd name="connsiteX34" fmla="*/ 864139 w 914399"/>
                  <a:gd name="connsiteY34" fmla="*/ 706182 h 79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14399" h="798021">
                    <a:moveTo>
                      <a:pt x="847514" y="82727"/>
                    </a:moveTo>
                    <a:lnTo>
                      <a:pt x="797638" y="82727"/>
                    </a:lnTo>
                    <a:lnTo>
                      <a:pt x="797638" y="66102"/>
                    </a:lnTo>
                    <a:cubicBezTo>
                      <a:pt x="797597" y="29391"/>
                      <a:pt x="767847" y="-359"/>
                      <a:pt x="731136" y="-400"/>
                    </a:cubicBezTo>
                    <a:lnTo>
                      <a:pt x="66118" y="-400"/>
                    </a:lnTo>
                    <a:cubicBezTo>
                      <a:pt x="29407" y="-359"/>
                      <a:pt x="-344" y="29391"/>
                      <a:pt x="-384" y="66102"/>
                    </a:cubicBezTo>
                    <a:lnTo>
                      <a:pt x="-384" y="614420"/>
                    </a:lnTo>
                    <a:cubicBezTo>
                      <a:pt x="-344" y="651131"/>
                      <a:pt x="29407" y="680881"/>
                      <a:pt x="66118" y="680921"/>
                    </a:cubicBezTo>
                    <a:lnTo>
                      <a:pt x="107681" y="680921"/>
                    </a:lnTo>
                    <a:lnTo>
                      <a:pt x="107681" y="731120"/>
                    </a:lnTo>
                    <a:cubicBezTo>
                      <a:pt x="107722" y="767831"/>
                      <a:pt x="137472" y="797581"/>
                      <a:pt x="174183" y="797622"/>
                    </a:cubicBezTo>
                    <a:lnTo>
                      <a:pt x="822576" y="797622"/>
                    </a:lnTo>
                    <a:cubicBezTo>
                      <a:pt x="873053" y="797564"/>
                      <a:pt x="913959" y="756659"/>
                      <a:pt x="914016" y="706182"/>
                    </a:cubicBezTo>
                    <a:lnTo>
                      <a:pt x="914016" y="149229"/>
                    </a:lnTo>
                    <a:cubicBezTo>
                      <a:pt x="913975" y="112518"/>
                      <a:pt x="884225" y="82768"/>
                      <a:pt x="847514" y="82727"/>
                    </a:cubicBezTo>
                    <a:moveTo>
                      <a:pt x="49492" y="614420"/>
                    </a:moveTo>
                    <a:lnTo>
                      <a:pt x="49492" y="66102"/>
                    </a:lnTo>
                    <a:cubicBezTo>
                      <a:pt x="49492" y="56919"/>
                      <a:pt x="56935" y="49476"/>
                      <a:pt x="66118" y="49476"/>
                    </a:cubicBezTo>
                    <a:lnTo>
                      <a:pt x="731136" y="49476"/>
                    </a:lnTo>
                    <a:cubicBezTo>
                      <a:pt x="740318" y="49476"/>
                      <a:pt x="747761" y="56919"/>
                      <a:pt x="747761" y="66102"/>
                    </a:cubicBezTo>
                    <a:lnTo>
                      <a:pt x="747761" y="614420"/>
                    </a:lnTo>
                    <a:cubicBezTo>
                      <a:pt x="747761" y="623602"/>
                      <a:pt x="740318" y="631045"/>
                      <a:pt x="731136" y="631045"/>
                    </a:cubicBezTo>
                    <a:lnTo>
                      <a:pt x="66118" y="631045"/>
                    </a:lnTo>
                    <a:cubicBezTo>
                      <a:pt x="56935" y="631045"/>
                      <a:pt x="49492" y="623602"/>
                      <a:pt x="49492" y="614420"/>
                    </a:cubicBezTo>
                    <a:moveTo>
                      <a:pt x="864139" y="706182"/>
                    </a:moveTo>
                    <a:cubicBezTo>
                      <a:pt x="864139" y="729136"/>
                      <a:pt x="845530" y="747745"/>
                      <a:pt x="822576" y="747745"/>
                    </a:cubicBezTo>
                    <a:lnTo>
                      <a:pt x="174183" y="747745"/>
                    </a:lnTo>
                    <a:cubicBezTo>
                      <a:pt x="165001" y="747745"/>
                      <a:pt x="157558" y="740302"/>
                      <a:pt x="157558" y="731120"/>
                    </a:cubicBezTo>
                    <a:lnTo>
                      <a:pt x="157558" y="680921"/>
                    </a:lnTo>
                    <a:lnTo>
                      <a:pt x="731136" y="680921"/>
                    </a:lnTo>
                    <a:cubicBezTo>
                      <a:pt x="767847" y="680881"/>
                      <a:pt x="797597" y="651131"/>
                      <a:pt x="797638" y="614420"/>
                    </a:cubicBezTo>
                    <a:lnTo>
                      <a:pt x="797638" y="132604"/>
                    </a:lnTo>
                    <a:lnTo>
                      <a:pt x="847514" y="132604"/>
                    </a:lnTo>
                    <a:cubicBezTo>
                      <a:pt x="856696" y="132604"/>
                      <a:pt x="864139" y="140047"/>
                      <a:pt x="864139" y="149229"/>
                    </a:cubicBezTo>
                    <a:lnTo>
                      <a:pt x="864139" y="706182"/>
                    </a:lnTo>
                  </a:path>
                </a:pathLst>
              </a:custGeom>
              <a:grpFill/>
              <a:ln w="10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思源黑体 CN Light" panose="020B0300000000000000" charset="-122"/>
                </a:endParaRPr>
              </a:p>
            </p:txBody>
          </p:sp>
        </p:grpSp>
      </p:grpSp>
      <p:grpSp>
        <p:nvGrpSpPr>
          <p:cNvPr id="14" name="组合 13"/>
          <p:cNvGrpSpPr/>
          <p:nvPr/>
        </p:nvGrpSpPr>
        <p:grpSpPr>
          <a:xfrm>
            <a:off x="7298661" y="3420149"/>
            <a:ext cx="695325" cy="695325"/>
            <a:chOff x="6301" y="5478"/>
            <a:chExt cx="1274" cy="1274"/>
          </a:xfrm>
        </p:grpSpPr>
        <p:sp>
          <p:nvSpPr>
            <p:cNvPr id="8" name="椭圆 7"/>
            <p:cNvSpPr/>
            <p:nvPr>
              <p:custDataLst>
                <p:tags r:id="rId5"/>
              </p:custDataLst>
            </p:nvPr>
          </p:nvSpPr>
          <p:spPr>
            <a:xfrm>
              <a:off x="6301" y="5478"/>
              <a:ext cx="1275" cy="1275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思源黑体 CN Light" panose="020B0300000000000000" charset="-122"/>
                <a:sym typeface="+mn-ea"/>
              </a:endParaRPr>
            </a:p>
          </p:txBody>
        </p:sp>
        <p:grpSp>
          <p:nvGrpSpPr>
            <p:cNvPr id="43" name="图片 7" descr="32313538333630393b32313538333731323bd4dacfdfbdccd3fd"/>
            <p:cNvGrpSpPr/>
            <p:nvPr/>
          </p:nvGrpSpPr>
          <p:grpSpPr>
            <a:xfrm>
              <a:off x="6642" y="5826"/>
              <a:ext cx="592" cy="489"/>
              <a:chOff x="7830184" y="376792"/>
              <a:chExt cx="914398" cy="755173"/>
            </a:xfrm>
            <a:solidFill>
              <a:schemeClr val="bg1"/>
            </a:solidFill>
          </p:grpSpPr>
          <p:sp>
            <p:nvSpPr>
              <p:cNvPr id="44" name="任意多边形: 形状 43"/>
              <p:cNvSpPr/>
              <p:nvPr>
                <p:custDataLst>
                  <p:tags r:id="rId6"/>
                </p:custDataLst>
              </p:nvPr>
            </p:nvSpPr>
            <p:spPr>
              <a:xfrm>
                <a:off x="7830184" y="376792"/>
                <a:ext cx="914398" cy="755173"/>
              </a:xfrm>
              <a:custGeom>
                <a:avLst/>
                <a:gdLst>
                  <a:gd name="connsiteX0" fmla="*/ 896518 w 914398"/>
                  <a:gd name="connsiteY0" fmla="*/ 211999 h 755173"/>
                  <a:gd name="connsiteX1" fmla="*/ 485132 w 914398"/>
                  <a:gd name="connsiteY1" fmla="*/ 6306 h 755173"/>
                  <a:gd name="connsiteX2" fmla="*/ 428499 w 914398"/>
                  <a:gd name="connsiteY2" fmla="*/ 6306 h 755173"/>
                  <a:gd name="connsiteX3" fmla="*/ 17113 w 914398"/>
                  <a:gd name="connsiteY3" fmla="*/ 211999 h 755173"/>
                  <a:gd name="connsiteX4" fmla="*/ 17113 w 914398"/>
                  <a:gd name="connsiteY4" fmla="*/ 268631 h 755173"/>
                  <a:gd name="connsiteX5" fmla="*/ 179788 w 914398"/>
                  <a:gd name="connsiteY5" fmla="*/ 349988 h 755173"/>
                  <a:gd name="connsiteX6" fmla="*/ 179788 w 914398"/>
                  <a:gd name="connsiteY6" fmla="*/ 351126 h 755173"/>
                  <a:gd name="connsiteX7" fmla="*/ 179788 w 914398"/>
                  <a:gd name="connsiteY7" fmla="*/ 620239 h 755173"/>
                  <a:gd name="connsiteX8" fmla="*/ 268199 w 914398"/>
                  <a:gd name="connsiteY8" fmla="*/ 720345 h 755173"/>
                  <a:gd name="connsiteX9" fmla="*/ 456815 w 914398"/>
                  <a:gd name="connsiteY9" fmla="*/ 754795 h 755173"/>
                  <a:gd name="connsiteX10" fmla="*/ 645432 w 914398"/>
                  <a:gd name="connsiteY10" fmla="*/ 720345 h 755173"/>
                  <a:gd name="connsiteX11" fmla="*/ 733843 w 914398"/>
                  <a:gd name="connsiteY11" fmla="*/ 620239 h 755173"/>
                  <a:gd name="connsiteX12" fmla="*/ 733843 w 914398"/>
                  <a:gd name="connsiteY12" fmla="*/ 351126 h 755173"/>
                  <a:gd name="connsiteX13" fmla="*/ 733843 w 914398"/>
                  <a:gd name="connsiteY13" fmla="*/ 349988 h 755173"/>
                  <a:gd name="connsiteX14" fmla="*/ 820909 w 914398"/>
                  <a:gd name="connsiteY14" fmla="*/ 306455 h 755173"/>
                  <a:gd name="connsiteX15" fmla="*/ 820909 w 914398"/>
                  <a:gd name="connsiteY15" fmla="*/ 413913 h 755173"/>
                  <a:gd name="connsiteX16" fmla="*/ 845109 w 914398"/>
                  <a:gd name="connsiteY16" fmla="*/ 438192 h 755173"/>
                  <a:gd name="connsiteX17" fmla="*/ 868399 w 914398"/>
                  <a:gd name="connsiteY17" fmla="*/ 414447 h 755173"/>
                  <a:gd name="connsiteX18" fmla="*/ 868399 w 914398"/>
                  <a:gd name="connsiteY18" fmla="*/ 282690 h 755173"/>
                  <a:gd name="connsiteX19" fmla="*/ 896518 w 914398"/>
                  <a:gd name="connsiteY19" fmla="*/ 268631 h 755173"/>
                  <a:gd name="connsiteX20" fmla="*/ 896518 w 914398"/>
                  <a:gd name="connsiteY20" fmla="*/ 211999 h 755173"/>
                  <a:gd name="connsiteX21" fmla="*/ 456815 w 914398"/>
                  <a:gd name="connsiteY21" fmla="*/ 45238 h 755173"/>
                  <a:gd name="connsiteX22" fmla="*/ 846959 w 914398"/>
                  <a:gd name="connsiteY22" fmla="*/ 240315 h 755173"/>
                  <a:gd name="connsiteX23" fmla="*/ 456815 w 914398"/>
                  <a:gd name="connsiteY23" fmla="*/ 435392 h 755173"/>
                  <a:gd name="connsiteX24" fmla="*/ 66672 w 914398"/>
                  <a:gd name="connsiteY24" fmla="*/ 240315 h 755173"/>
                  <a:gd name="connsiteX25" fmla="*/ 456815 w 914398"/>
                  <a:gd name="connsiteY25" fmla="*/ 45238 h 755173"/>
                  <a:gd name="connsiteX26" fmla="*/ 686353 w 914398"/>
                  <a:gd name="connsiteY26" fmla="*/ 620239 h 755173"/>
                  <a:gd name="connsiteX27" fmla="*/ 626396 w 914398"/>
                  <a:gd name="connsiteY27" fmla="*/ 676841 h 755173"/>
                  <a:gd name="connsiteX28" fmla="*/ 456815 w 914398"/>
                  <a:gd name="connsiteY28" fmla="*/ 707305 h 755173"/>
                  <a:gd name="connsiteX29" fmla="*/ 287235 w 914398"/>
                  <a:gd name="connsiteY29" fmla="*/ 676841 h 755173"/>
                  <a:gd name="connsiteX30" fmla="*/ 227278 w 914398"/>
                  <a:gd name="connsiteY30" fmla="*/ 620239 h 755173"/>
                  <a:gd name="connsiteX31" fmla="*/ 227278 w 914398"/>
                  <a:gd name="connsiteY31" fmla="*/ 373714 h 755173"/>
                  <a:gd name="connsiteX32" fmla="*/ 428499 w 914398"/>
                  <a:gd name="connsiteY32" fmla="*/ 474324 h 755173"/>
                  <a:gd name="connsiteX33" fmla="*/ 485132 w 914398"/>
                  <a:gd name="connsiteY33" fmla="*/ 474324 h 755173"/>
                  <a:gd name="connsiteX34" fmla="*/ 686353 w 914398"/>
                  <a:gd name="connsiteY34" fmla="*/ 373714 h 755173"/>
                  <a:gd name="connsiteX35" fmla="*/ 686353 w 914398"/>
                  <a:gd name="connsiteY35" fmla="*/ 620239 h 7551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914398" h="755173">
                    <a:moveTo>
                      <a:pt x="896518" y="211999"/>
                    </a:moveTo>
                    <a:lnTo>
                      <a:pt x="485132" y="6306"/>
                    </a:lnTo>
                    <a:cubicBezTo>
                      <a:pt x="467306" y="-2606"/>
                      <a:pt x="446325" y="-2606"/>
                      <a:pt x="428499" y="6306"/>
                    </a:cubicBezTo>
                    <a:lnTo>
                      <a:pt x="17113" y="211999"/>
                    </a:lnTo>
                    <a:cubicBezTo>
                      <a:pt x="-6216" y="223664"/>
                      <a:pt x="-6216" y="256966"/>
                      <a:pt x="17113" y="268631"/>
                    </a:cubicBezTo>
                    <a:lnTo>
                      <a:pt x="179788" y="349988"/>
                    </a:lnTo>
                    <a:cubicBezTo>
                      <a:pt x="179788" y="350364"/>
                      <a:pt x="179788" y="350740"/>
                      <a:pt x="179788" y="351126"/>
                    </a:cubicBezTo>
                    <a:lnTo>
                      <a:pt x="179788" y="620239"/>
                    </a:lnTo>
                    <a:cubicBezTo>
                      <a:pt x="179788" y="659814"/>
                      <a:pt x="211191" y="695432"/>
                      <a:pt x="268199" y="720345"/>
                    </a:cubicBezTo>
                    <a:cubicBezTo>
                      <a:pt x="318974" y="742566"/>
                      <a:pt x="385956" y="754795"/>
                      <a:pt x="456815" y="754795"/>
                    </a:cubicBezTo>
                    <a:cubicBezTo>
                      <a:pt x="527675" y="754795"/>
                      <a:pt x="594657" y="742566"/>
                      <a:pt x="645432" y="720345"/>
                    </a:cubicBezTo>
                    <a:cubicBezTo>
                      <a:pt x="702440" y="695432"/>
                      <a:pt x="733843" y="659814"/>
                      <a:pt x="733843" y="620239"/>
                    </a:cubicBezTo>
                    <a:lnTo>
                      <a:pt x="733843" y="351126"/>
                    </a:lnTo>
                    <a:cubicBezTo>
                      <a:pt x="733843" y="350740"/>
                      <a:pt x="733843" y="350364"/>
                      <a:pt x="733843" y="349988"/>
                    </a:cubicBezTo>
                    <a:lnTo>
                      <a:pt x="820909" y="306455"/>
                    </a:lnTo>
                    <a:lnTo>
                      <a:pt x="820909" y="413913"/>
                    </a:lnTo>
                    <a:cubicBezTo>
                      <a:pt x="820909" y="427220"/>
                      <a:pt x="831792" y="438439"/>
                      <a:pt x="845109" y="438192"/>
                    </a:cubicBezTo>
                    <a:cubicBezTo>
                      <a:pt x="858045" y="437944"/>
                      <a:pt x="868401" y="427385"/>
                      <a:pt x="868399" y="414447"/>
                    </a:cubicBezTo>
                    <a:lnTo>
                      <a:pt x="868399" y="282690"/>
                    </a:lnTo>
                    <a:lnTo>
                      <a:pt x="896518" y="268631"/>
                    </a:lnTo>
                    <a:cubicBezTo>
                      <a:pt x="919847" y="256966"/>
                      <a:pt x="919847" y="223664"/>
                      <a:pt x="896518" y="211999"/>
                    </a:cubicBezTo>
                    <a:moveTo>
                      <a:pt x="456815" y="45238"/>
                    </a:moveTo>
                    <a:lnTo>
                      <a:pt x="846959" y="240315"/>
                    </a:lnTo>
                    <a:lnTo>
                      <a:pt x="456815" y="435392"/>
                    </a:lnTo>
                    <a:lnTo>
                      <a:pt x="66672" y="240315"/>
                    </a:lnTo>
                    <a:lnTo>
                      <a:pt x="456815" y="45238"/>
                    </a:lnTo>
                    <a:moveTo>
                      <a:pt x="686353" y="620239"/>
                    </a:moveTo>
                    <a:cubicBezTo>
                      <a:pt x="686353" y="639255"/>
                      <a:pt x="663943" y="660418"/>
                      <a:pt x="626396" y="676841"/>
                    </a:cubicBezTo>
                    <a:cubicBezTo>
                      <a:pt x="581478" y="696481"/>
                      <a:pt x="521264" y="707305"/>
                      <a:pt x="456815" y="707305"/>
                    </a:cubicBezTo>
                    <a:cubicBezTo>
                      <a:pt x="392367" y="707305"/>
                      <a:pt x="332153" y="696481"/>
                      <a:pt x="287235" y="676841"/>
                    </a:cubicBezTo>
                    <a:cubicBezTo>
                      <a:pt x="249638" y="660418"/>
                      <a:pt x="227278" y="639245"/>
                      <a:pt x="227278" y="620239"/>
                    </a:cubicBezTo>
                    <a:lnTo>
                      <a:pt x="227278" y="373714"/>
                    </a:lnTo>
                    <a:lnTo>
                      <a:pt x="428499" y="474324"/>
                    </a:lnTo>
                    <a:cubicBezTo>
                      <a:pt x="446325" y="483237"/>
                      <a:pt x="467306" y="483237"/>
                      <a:pt x="485132" y="474324"/>
                    </a:cubicBezTo>
                    <a:lnTo>
                      <a:pt x="686353" y="373714"/>
                    </a:lnTo>
                    <a:lnTo>
                      <a:pt x="686353" y="620239"/>
                    </a:lnTo>
                  </a:path>
                </a:pathLst>
              </a:custGeom>
              <a:grpFill/>
              <a:ln w="9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思源黑体 CN Light" panose="020B0300000000000000" charset="-122"/>
                </a:endParaRPr>
              </a:p>
            </p:txBody>
          </p:sp>
          <p:sp>
            <p:nvSpPr>
              <p:cNvPr id="15" name="任意多边形: 形状 44"/>
              <p:cNvSpPr/>
              <p:nvPr>
                <p:custDataLst>
                  <p:tags r:id="rId7"/>
                </p:custDataLst>
              </p:nvPr>
            </p:nvSpPr>
            <p:spPr>
              <a:xfrm>
                <a:off x="8611902" y="783702"/>
                <a:ext cx="126641" cy="221622"/>
              </a:xfrm>
              <a:custGeom>
                <a:avLst/>
                <a:gdLst>
                  <a:gd name="connsiteX0" fmla="*/ 62653 w 126641"/>
                  <a:gd name="connsiteY0" fmla="*/ 221141 h 221622"/>
                  <a:gd name="connsiteX1" fmla="*/ -667 w 126641"/>
                  <a:gd name="connsiteY1" fmla="*/ 157821 h 221622"/>
                  <a:gd name="connsiteX2" fmla="*/ -667 w 126641"/>
                  <a:gd name="connsiteY2" fmla="*/ 62840 h 221622"/>
                  <a:gd name="connsiteX3" fmla="*/ 62653 w 126641"/>
                  <a:gd name="connsiteY3" fmla="*/ -481 h 221622"/>
                  <a:gd name="connsiteX4" fmla="*/ 125974 w 126641"/>
                  <a:gd name="connsiteY4" fmla="*/ 62840 h 221622"/>
                  <a:gd name="connsiteX5" fmla="*/ 125974 w 126641"/>
                  <a:gd name="connsiteY5" fmla="*/ 157821 h 221622"/>
                  <a:gd name="connsiteX6" fmla="*/ 62653 w 126641"/>
                  <a:gd name="connsiteY6" fmla="*/ 221141 h 221622"/>
                  <a:gd name="connsiteX7" fmla="*/ 62653 w 126641"/>
                  <a:gd name="connsiteY7" fmla="*/ 47010 h 221622"/>
                  <a:gd name="connsiteX8" fmla="*/ 46823 w 126641"/>
                  <a:gd name="connsiteY8" fmla="*/ 62840 h 221622"/>
                  <a:gd name="connsiteX9" fmla="*/ 46823 w 126641"/>
                  <a:gd name="connsiteY9" fmla="*/ 157821 h 221622"/>
                  <a:gd name="connsiteX10" fmla="*/ 62653 w 126641"/>
                  <a:gd name="connsiteY10" fmla="*/ 173651 h 221622"/>
                  <a:gd name="connsiteX11" fmla="*/ 78483 w 126641"/>
                  <a:gd name="connsiteY11" fmla="*/ 157821 h 221622"/>
                  <a:gd name="connsiteX12" fmla="*/ 78483 w 126641"/>
                  <a:gd name="connsiteY12" fmla="*/ 62840 h 221622"/>
                  <a:gd name="connsiteX13" fmla="*/ 62653 w 126641"/>
                  <a:gd name="connsiteY13" fmla="*/ 47010 h 221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6641" h="221622">
                    <a:moveTo>
                      <a:pt x="62653" y="221141"/>
                    </a:moveTo>
                    <a:cubicBezTo>
                      <a:pt x="27698" y="221103"/>
                      <a:pt x="-629" y="192776"/>
                      <a:pt x="-667" y="157821"/>
                    </a:cubicBezTo>
                    <a:lnTo>
                      <a:pt x="-667" y="62840"/>
                    </a:lnTo>
                    <a:cubicBezTo>
                      <a:pt x="-667" y="27869"/>
                      <a:pt x="27682" y="-481"/>
                      <a:pt x="62653" y="-481"/>
                    </a:cubicBezTo>
                    <a:cubicBezTo>
                      <a:pt x="97624" y="-481"/>
                      <a:pt x="125974" y="27869"/>
                      <a:pt x="125974" y="62840"/>
                    </a:cubicBezTo>
                    <a:lnTo>
                      <a:pt x="125974" y="157821"/>
                    </a:lnTo>
                    <a:cubicBezTo>
                      <a:pt x="125935" y="192776"/>
                      <a:pt x="97608" y="221103"/>
                      <a:pt x="62653" y="221141"/>
                    </a:cubicBezTo>
                    <a:moveTo>
                      <a:pt x="62653" y="47010"/>
                    </a:moveTo>
                    <a:cubicBezTo>
                      <a:pt x="53910" y="47010"/>
                      <a:pt x="46823" y="54097"/>
                      <a:pt x="46823" y="62840"/>
                    </a:cubicBezTo>
                    <a:lnTo>
                      <a:pt x="46823" y="157821"/>
                    </a:lnTo>
                    <a:cubicBezTo>
                      <a:pt x="46823" y="166564"/>
                      <a:pt x="53910" y="173651"/>
                      <a:pt x="62653" y="173651"/>
                    </a:cubicBezTo>
                    <a:cubicBezTo>
                      <a:pt x="71396" y="173651"/>
                      <a:pt x="78483" y="166564"/>
                      <a:pt x="78483" y="157821"/>
                    </a:cubicBezTo>
                    <a:lnTo>
                      <a:pt x="78483" y="62840"/>
                    </a:lnTo>
                    <a:cubicBezTo>
                      <a:pt x="78483" y="54097"/>
                      <a:pt x="71396" y="47010"/>
                      <a:pt x="62653" y="47010"/>
                    </a:cubicBezTo>
                  </a:path>
                </a:pathLst>
              </a:custGeom>
              <a:grpFill/>
              <a:ln w="9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思源黑体 CN Light" panose="020B0300000000000000" charset="-122"/>
                </a:endParaRPr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10180380" y="3436493"/>
            <a:ext cx="695325" cy="695325"/>
            <a:chOff x="3566" y="7823"/>
            <a:chExt cx="1274" cy="1274"/>
          </a:xfrm>
        </p:grpSpPr>
        <p:sp>
          <p:nvSpPr>
            <p:cNvPr id="26" name="椭圆 25"/>
            <p:cNvSpPr/>
            <p:nvPr>
              <p:custDataLst>
                <p:tags r:id="rId8"/>
              </p:custDataLst>
            </p:nvPr>
          </p:nvSpPr>
          <p:spPr>
            <a:xfrm>
              <a:off x="3566" y="7823"/>
              <a:ext cx="1275" cy="127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思源黑体 CN Light" panose="020B0300000000000000" charset="-122"/>
                <a:sym typeface="+mn-ea"/>
              </a:endParaRPr>
            </a:p>
          </p:txBody>
        </p:sp>
        <p:grpSp>
          <p:nvGrpSpPr>
            <p:cNvPr id="67" name="图片 12" descr="32313538333630393b32313538333731393bcbd1cbf7bfceb3cc"/>
            <p:cNvGrpSpPr/>
            <p:nvPr/>
          </p:nvGrpSpPr>
          <p:grpSpPr>
            <a:xfrm>
              <a:off x="3909" y="8180"/>
              <a:ext cx="591" cy="591"/>
              <a:chOff x="3519169" y="2971799"/>
              <a:chExt cx="914399" cy="914399"/>
            </a:xfrm>
            <a:solidFill>
              <a:schemeClr val="bg1"/>
            </a:solidFill>
          </p:grpSpPr>
          <p:sp>
            <p:nvSpPr>
              <p:cNvPr id="68" name="任意多边形: 形状 67"/>
              <p:cNvSpPr/>
              <p:nvPr>
                <p:custDataLst>
                  <p:tags r:id="rId9"/>
                </p:custDataLst>
              </p:nvPr>
            </p:nvSpPr>
            <p:spPr>
              <a:xfrm>
                <a:off x="3519169" y="2971799"/>
                <a:ext cx="393171" cy="393171"/>
              </a:xfrm>
              <a:custGeom>
                <a:avLst/>
                <a:gdLst>
                  <a:gd name="connsiteX0" fmla="*/ 338081 w 393171"/>
                  <a:gd name="connsiteY0" fmla="*/ -229 h 393171"/>
                  <a:gd name="connsiteX1" fmla="*/ 54632 w 393171"/>
                  <a:gd name="connsiteY1" fmla="*/ -229 h 393171"/>
                  <a:gd name="connsiteX2" fmla="*/ -229 w 393171"/>
                  <a:gd name="connsiteY2" fmla="*/ 54632 h 393171"/>
                  <a:gd name="connsiteX3" fmla="*/ -229 w 393171"/>
                  <a:gd name="connsiteY3" fmla="*/ 338081 h 393171"/>
                  <a:gd name="connsiteX4" fmla="*/ 54632 w 393171"/>
                  <a:gd name="connsiteY4" fmla="*/ 392942 h 393171"/>
                  <a:gd name="connsiteX5" fmla="*/ 185133 w 393171"/>
                  <a:gd name="connsiteY5" fmla="*/ 392942 h 393171"/>
                  <a:gd name="connsiteX6" fmla="*/ 210746 w 393171"/>
                  <a:gd name="connsiteY6" fmla="*/ 338081 h 393171"/>
                  <a:gd name="connsiteX7" fmla="*/ 54632 w 393171"/>
                  <a:gd name="connsiteY7" fmla="*/ 338081 h 393171"/>
                  <a:gd name="connsiteX8" fmla="*/ 54632 w 393171"/>
                  <a:gd name="connsiteY8" fmla="*/ 54632 h 393171"/>
                  <a:gd name="connsiteX9" fmla="*/ 338081 w 393171"/>
                  <a:gd name="connsiteY9" fmla="*/ 54632 h 393171"/>
                  <a:gd name="connsiteX10" fmla="*/ 338081 w 393171"/>
                  <a:gd name="connsiteY10" fmla="*/ 210746 h 393171"/>
                  <a:gd name="connsiteX11" fmla="*/ 392942 w 393171"/>
                  <a:gd name="connsiteY11" fmla="*/ 185133 h 393171"/>
                  <a:gd name="connsiteX12" fmla="*/ 392942 w 393171"/>
                  <a:gd name="connsiteY12" fmla="*/ 54632 h 393171"/>
                  <a:gd name="connsiteX13" fmla="*/ 338081 w 393171"/>
                  <a:gd name="connsiteY13" fmla="*/ -229 h 393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3171" h="393171">
                    <a:moveTo>
                      <a:pt x="338081" y="-229"/>
                    </a:moveTo>
                    <a:lnTo>
                      <a:pt x="54632" y="-229"/>
                    </a:lnTo>
                    <a:cubicBezTo>
                      <a:pt x="24333" y="-229"/>
                      <a:pt x="-229" y="24333"/>
                      <a:pt x="-229" y="54632"/>
                    </a:cubicBezTo>
                    <a:lnTo>
                      <a:pt x="-229" y="338081"/>
                    </a:lnTo>
                    <a:cubicBezTo>
                      <a:pt x="-229" y="368380"/>
                      <a:pt x="24333" y="392942"/>
                      <a:pt x="54632" y="392942"/>
                    </a:cubicBezTo>
                    <a:lnTo>
                      <a:pt x="185133" y="392942"/>
                    </a:lnTo>
                    <a:cubicBezTo>
                      <a:pt x="192027" y="373932"/>
                      <a:pt x="200598" y="355573"/>
                      <a:pt x="210746" y="338081"/>
                    </a:cubicBezTo>
                    <a:lnTo>
                      <a:pt x="54632" y="338081"/>
                    </a:lnTo>
                    <a:lnTo>
                      <a:pt x="54632" y="54632"/>
                    </a:lnTo>
                    <a:lnTo>
                      <a:pt x="338081" y="54632"/>
                    </a:lnTo>
                    <a:lnTo>
                      <a:pt x="338081" y="210746"/>
                    </a:lnTo>
                    <a:cubicBezTo>
                      <a:pt x="355573" y="200598"/>
                      <a:pt x="373932" y="192027"/>
                      <a:pt x="392942" y="185133"/>
                    </a:cubicBezTo>
                    <a:lnTo>
                      <a:pt x="392942" y="54632"/>
                    </a:lnTo>
                    <a:cubicBezTo>
                      <a:pt x="392942" y="24333"/>
                      <a:pt x="368380" y="-229"/>
                      <a:pt x="338081" y="-229"/>
                    </a:cubicBezTo>
                    <a:close/>
                  </a:path>
                </a:pathLst>
              </a:custGeom>
              <a:grpFill/>
              <a:ln w="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思源黑体 CN Light" panose="020B0300000000000000" charset="-122"/>
                </a:endParaRPr>
              </a:p>
            </p:txBody>
          </p:sp>
          <p:sp>
            <p:nvSpPr>
              <p:cNvPr id="69" name="任意多边形: 形状 68"/>
              <p:cNvSpPr/>
              <p:nvPr>
                <p:custDataLst>
                  <p:tags r:id="rId10"/>
                </p:custDataLst>
              </p:nvPr>
            </p:nvSpPr>
            <p:spPr>
              <a:xfrm>
                <a:off x="4040350" y="2971799"/>
                <a:ext cx="393171" cy="393171"/>
              </a:xfrm>
              <a:custGeom>
                <a:avLst/>
                <a:gdLst>
                  <a:gd name="connsiteX0" fmla="*/ 337771 w 393171"/>
                  <a:gd name="connsiteY0" fmla="*/ -229 h 393171"/>
                  <a:gd name="connsiteX1" fmla="*/ 54322 w 393171"/>
                  <a:gd name="connsiteY1" fmla="*/ -229 h 393171"/>
                  <a:gd name="connsiteX2" fmla="*/ -539 w 393171"/>
                  <a:gd name="connsiteY2" fmla="*/ 54632 h 393171"/>
                  <a:gd name="connsiteX3" fmla="*/ -539 w 393171"/>
                  <a:gd name="connsiteY3" fmla="*/ 164469 h 393171"/>
                  <a:gd name="connsiteX4" fmla="*/ 54322 w 393171"/>
                  <a:gd name="connsiteY4" fmla="*/ 170183 h 393171"/>
                  <a:gd name="connsiteX5" fmla="*/ 54322 w 393171"/>
                  <a:gd name="connsiteY5" fmla="*/ 54632 h 393171"/>
                  <a:gd name="connsiteX6" fmla="*/ 337771 w 393171"/>
                  <a:gd name="connsiteY6" fmla="*/ 54632 h 393171"/>
                  <a:gd name="connsiteX7" fmla="*/ 337771 w 393171"/>
                  <a:gd name="connsiteY7" fmla="*/ 338081 h 393171"/>
                  <a:gd name="connsiteX8" fmla="*/ 291379 w 393171"/>
                  <a:gd name="connsiteY8" fmla="*/ 338081 h 393171"/>
                  <a:gd name="connsiteX9" fmla="*/ 316992 w 393171"/>
                  <a:gd name="connsiteY9" fmla="*/ 392942 h 393171"/>
                  <a:gd name="connsiteX10" fmla="*/ 337771 w 393171"/>
                  <a:gd name="connsiteY10" fmla="*/ 392942 h 393171"/>
                  <a:gd name="connsiteX11" fmla="*/ 392632 w 393171"/>
                  <a:gd name="connsiteY11" fmla="*/ 338081 h 393171"/>
                  <a:gd name="connsiteX12" fmla="*/ 392632 w 393171"/>
                  <a:gd name="connsiteY12" fmla="*/ 54632 h 393171"/>
                  <a:gd name="connsiteX13" fmla="*/ 337771 w 393171"/>
                  <a:gd name="connsiteY13" fmla="*/ -229 h 393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3171" h="393171">
                    <a:moveTo>
                      <a:pt x="337771" y="-229"/>
                    </a:moveTo>
                    <a:lnTo>
                      <a:pt x="54322" y="-229"/>
                    </a:lnTo>
                    <a:cubicBezTo>
                      <a:pt x="24023" y="-229"/>
                      <a:pt x="-539" y="24333"/>
                      <a:pt x="-539" y="54632"/>
                    </a:cubicBezTo>
                    <a:lnTo>
                      <a:pt x="-539" y="164469"/>
                    </a:lnTo>
                    <a:cubicBezTo>
                      <a:pt x="17869" y="164937"/>
                      <a:pt x="36212" y="166847"/>
                      <a:pt x="54322" y="170183"/>
                    </a:cubicBezTo>
                    <a:lnTo>
                      <a:pt x="54322" y="54632"/>
                    </a:lnTo>
                    <a:lnTo>
                      <a:pt x="337771" y="54632"/>
                    </a:lnTo>
                    <a:lnTo>
                      <a:pt x="337771" y="338081"/>
                    </a:lnTo>
                    <a:lnTo>
                      <a:pt x="291379" y="338081"/>
                    </a:lnTo>
                    <a:cubicBezTo>
                      <a:pt x="301527" y="355573"/>
                      <a:pt x="310098" y="373932"/>
                      <a:pt x="316992" y="392942"/>
                    </a:cubicBezTo>
                    <a:lnTo>
                      <a:pt x="337771" y="392942"/>
                    </a:lnTo>
                    <a:cubicBezTo>
                      <a:pt x="368070" y="392942"/>
                      <a:pt x="392632" y="368380"/>
                      <a:pt x="392632" y="338081"/>
                    </a:cubicBezTo>
                    <a:lnTo>
                      <a:pt x="392632" y="54632"/>
                    </a:lnTo>
                    <a:cubicBezTo>
                      <a:pt x="392632" y="24333"/>
                      <a:pt x="368070" y="-229"/>
                      <a:pt x="337771" y="-229"/>
                    </a:cubicBezTo>
                    <a:close/>
                  </a:path>
                </a:pathLst>
              </a:custGeom>
              <a:grpFill/>
              <a:ln w="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思源黑体 CN Light" panose="020B0300000000000000" charset="-122"/>
                </a:endParaRPr>
              </a:p>
            </p:txBody>
          </p:sp>
          <p:sp>
            <p:nvSpPr>
              <p:cNvPr id="70" name="任意多边形: 形状 69"/>
              <p:cNvSpPr/>
              <p:nvPr>
                <p:custDataLst>
                  <p:tags r:id="rId11"/>
                </p:custDataLst>
              </p:nvPr>
            </p:nvSpPr>
            <p:spPr>
              <a:xfrm>
                <a:off x="3519169" y="3492980"/>
                <a:ext cx="393171" cy="393171"/>
              </a:xfrm>
              <a:custGeom>
                <a:avLst/>
                <a:gdLst>
                  <a:gd name="connsiteX0" fmla="*/ 338081 w 393171"/>
                  <a:gd name="connsiteY0" fmla="*/ 291379 h 393171"/>
                  <a:gd name="connsiteX1" fmla="*/ 338081 w 393171"/>
                  <a:gd name="connsiteY1" fmla="*/ 337771 h 393171"/>
                  <a:gd name="connsiteX2" fmla="*/ 54632 w 393171"/>
                  <a:gd name="connsiteY2" fmla="*/ 337771 h 393171"/>
                  <a:gd name="connsiteX3" fmla="*/ 54632 w 393171"/>
                  <a:gd name="connsiteY3" fmla="*/ 54322 h 393171"/>
                  <a:gd name="connsiteX4" fmla="*/ 170195 w 393171"/>
                  <a:gd name="connsiteY4" fmla="*/ 54322 h 393171"/>
                  <a:gd name="connsiteX5" fmla="*/ 164480 w 393171"/>
                  <a:gd name="connsiteY5" fmla="*/ -539 h 393171"/>
                  <a:gd name="connsiteX6" fmla="*/ 54632 w 393171"/>
                  <a:gd name="connsiteY6" fmla="*/ -539 h 393171"/>
                  <a:gd name="connsiteX7" fmla="*/ -229 w 393171"/>
                  <a:gd name="connsiteY7" fmla="*/ 54322 h 393171"/>
                  <a:gd name="connsiteX8" fmla="*/ -229 w 393171"/>
                  <a:gd name="connsiteY8" fmla="*/ 337771 h 393171"/>
                  <a:gd name="connsiteX9" fmla="*/ 54632 w 393171"/>
                  <a:gd name="connsiteY9" fmla="*/ 392632 h 393171"/>
                  <a:gd name="connsiteX10" fmla="*/ 338081 w 393171"/>
                  <a:gd name="connsiteY10" fmla="*/ 392632 h 393171"/>
                  <a:gd name="connsiteX11" fmla="*/ 392942 w 393171"/>
                  <a:gd name="connsiteY11" fmla="*/ 337771 h 393171"/>
                  <a:gd name="connsiteX12" fmla="*/ 392942 w 393171"/>
                  <a:gd name="connsiteY12" fmla="*/ 316992 h 393171"/>
                  <a:gd name="connsiteX13" fmla="*/ 338081 w 393171"/>
                  <a:gd name="connsiteY13" fmla="*/ 291379 h 393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3171" h="393171">
                    <a:moveTo>
                      <a:pt x="338081" y="291379"/>
                    </a:moveTo>
                    <a:lnTo>
                      <a:pt x="338081" y="337771"/>
                    </a:lnTo>
                    <a:lnTo>
                      <a:pt x="54632" y="337771"/>
                    </a:lnTo>
                    <a:lnTo>
                      <a:pt x="54632" y="54322"/>
                    </a:lnTo>
                    <a:lnTo>
                      <a:pt x="170195" y="54322"/>
                    </a:lnTo>
                    <a:cubicBezTo>
                      <a:pt x="166858" y="36212"/>
                      <a:pt x="164949" y="17869"/>
                      <a:pt x="164480" y="-539"/>
                    </a:cubicBezTo>
                    <a:lnTo>
                      <a:pt x="54632" y="-539"/>
                    </a:lnTo>
                    <a:cubicBezTo>
                      <a:pt x="24333" y="-539"/>
                      <a:pt x="-229" y="24023"/>
                      <a:pt x="-229" y="54322"/>
                    </a:cubicBezTo>
                    <a:lnTo>
                      <a:pt x="-229" y="337771"/>
                    </a:lnTo>
                    <a:cubicBezTo>
                      <a:pt x="-229" y="368070"/>
                      <a:pt x="24333" y="392632"/>
                      <a:pt x="54632" y="392632"/>
                    </a:cubicBezTo>
                    <a:lnTo>
                      <a:pt x="338081" y="392632"/>
                    </a:lnTo>
                    <a:cubicBezTo>
                      <a:pt x="368380" y="392632"/>
                      <a:pt x="392942" y="368070"/>
                      <a:pt x="392942" y="337771"/>
                    </a:cubicBezTo>
                    <a:lnTo>
                      <a:pt x="392942" y="316992"/>
                    </a:lnTo>
                    <a:cubicBezTo>
                      <a:pt x="373932" y="310098"/>
                      <a:pt x="355573" y="301527"/>
                      <a:pt x="338081" y="291379"/>
                    </a:cubicBezTo>
                    <a:close/>
                  </a:path>
                </a:pathLst>
              </a:custGeom>
              <a:grpFill/>
              <a:ln w="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思源黑体 CN Light" panose="020B0300000000000000" charset="-122"/>
                </a:endParaRPr>
              </a:p>
            </p:txBody>
          </p:sp>
          <p:sp>
            <p:nvSpPr>
              <p:cNvPr id="71" name="任意多边形: 形状 70"/>
              <p:cNvSpPr/>
              <p:nvPr>
                <p:custDataLst>
                  <p:tags r:id="rId12"/>
                </p:custDataLst>
              </p:nvPr>
            </p:nvSpPr>
            <p:spPr>
              <a:xfrm>
                <a:off x="4249508" y="3702138"/>
                <a:ext cx="184060" cy="184060"/>
              </a:xfrm>
              <a:custGeom>
                <a:avLst/>
                <a:gdLst>
                  <a:gd name="connsiteX0" fmla="*/ 38259 w 184060"/>
                  <a:gd name="connsiteY0" fmla="*/ -601 h 184060"/>
                  <a:gd name="connsiteX1" fmla="*/ 175411 w 184060"/>
                  <a:gd name="connsiteY1" fmla="*/ 136551 h 184060"/>
                  <a:gd name="connsiteX2" fmla="*/ 175411 w 184060"/>
                  <a:gd name="connsiteY2" fmla="*/ 175411 h 184060"/>
                  <a:gd name="connsiteX3" fmla="*/ 136551 w 184060"/>
                  <a:gd name="connsiteY3" fmla="*/ 175411 h 184060"/>
                  <a:gd name="connsiteX4" fmla="*/ -601 w 184060"/>
                  <a:gd name="connsiteY4" fmla="*/ 38259 h 184060"/>
                  <a:gd name="connsiteX5" fmla="*/ 38259 w 184060"/>
                  <a:gd name="connsiteY5" fmla="*/ -601 h 1840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4060" h="184060">
                    <a:moveTo>
                      <a:pt x="38259" y="-601"/>
                    </a:moveTo>
                    <a:lnTo>
                      <a:pt x="175411" y="136551"/>
                    </a:lnTo>
                    <a:cubicBezTo>
                      <a:pt x="186142" y="147282"/>
                      <a:pt x="186142" y="164680"/>
                      <a:pt x="175411" y="175411"/>
                    </a:cubicBezTo>
                    <a:cubicBezTo>
                      <a:pt x="164680" y="186142"/>
                      <a:pt x="147282" y="186142"/>
                      <a:pt x="136551" y="175411"/>
                    </a:cubicBezTo>
                    <a:lnTo>
                      <a:pt x="-601" y="38259"/>
                    </a:lnTo>
                    <a:lnTo>
                      <a:pt x="38259" y="-601"/>
                    </a:lnTo>
                    <a:close/>
                  </a:path>
                </a:pathLst>
              </a:custGeom>
              <a:grpFill/>
              <a:ln w="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思源黑体 CN Light" panose="020B0300000000000000" charset="-122"/>
                </a:endParaRPr>
              </a:p>
            </p:txBody>
          </p:sp>
          <p:sp>
            <p:nvSpPr>
              <p:cNvPr id="72" name="任意多边形: 形状 71"/>
              <p:cNvSpPr/>
              <p:nvPr>
                <p:custDataLst>
                  <p:tags r:id="rId13"/>
                </p:custDataLst>
              </p:nvPr>
            </p:nvSpPr>
            <p:spPr>
              <a:xfrm>
                <a:off x="4003776" y="3456406"/>
                <a:ext cx="237731" cy="237731"/>
              </a:xfrm>
              <a:custGeom>
                <a:avLst/>
                <a:gdLst>
                  <a:gd name="connsiteX0" fmla="*/ 26959 w 237731"/>
                  <a:gd name="connsiteY0" fmla="*/ 237260 h 237731"/>
                  <a:gd name="connsiteX1" fmla="*/ -471 w 237731"/>
                  <a:gd name="connsiteY1" fmla="*/ 209830 h 237731"/>
                  <a:gd name="connsiteX2" fmla="*/ 26959 w 237731"/>
                  <a:gd name="connsiteY2" fmla="*/ 182399 h 237731"/>
                  <a:gd name="connsiteX3" fmla="*/ 182399 w 237731"/>
                  <a:gd name="connsiteY3" fmla="*/ 26959 h 237731"/>
                  <a:gd name="connsiteX4" fmla="*/ 209830 w 237731"/>
                  <a:gd name="connsiteY4" fmla="*/ -471 h 237731"/>
                  <a:gd name="connsiteX5" fmla="*/ 237260 w 237731"/>
                  <a:gd name="connsiteY5" fmla="*/ 26959 h 237731"/>
                  <a:gd name="connsiteX6" fmla="*/ 26959 w 237731"/>
                  <a:gd name="connsiteY6" fmla="*/ 237260 h 237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7731" h="237731">
                    <a:moveTo>
                      <a:pt x="26959" y="237260"/>
                    </a:moveTo>
                    <a:cubicBezTo>
                      <a:pt x="11810" y="237260"/>
                      <a:pt x="-471" y="224979"/>
                      <a:pt x="-471" y="209830"/>
                    </a:cubicBezTo>
                    <a:cubicBezTo>
                      <a:pt x="-471" y="194680"/>
                      <a:pt x="11810" y="182399"/>
                      <a:pt x="26959" y="182399"/>
                    </a:cubicBezTo>
                    <a:cubicBezTo>
                      <a:pt x="112680" y="182399"/>
                      <a:pt x="182399" y="112680"/>
                      <a:pt x="182399" y="26959"/>
                    </a:cubicBezTo>
                    <a:cubicBezTo>
                      <a:pt x="182399" y="11810"/>
                      <a:pt x="194680" y="-471"/>
                      <a:pt x="209830" y="-471"/>
                    </a:cubicBezTo>
                    <a:cubicBezTo>
                      <a:pt x="224979" y="-471"/>
                      <a:pt x="237260" y="11810"/>
                      <a:pt x="237260" y="26959"/>
                    </a:cubicBezTo>
                    <a:cubicBezTo>
                      <a:pt x="237260" y="142922"/>
                      <a:pt x="142922" y="237260"/>
                      <a:pt x="26959" y="237260"/>
                    </a:cubicBezTo>
                    <a:close/>
                  </a:path>
                </a:pathLst>
              </a:custGeom>
              <a:grpFill/>
              <a:ln w="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思源黑体 CN Light" panose="020B0300000000000000" charset="-122"/>
                </a:endParaRPr>
              </a:p>
            </p:txBody>
          </p:sp>
          <p:sp>
            <p:nvSpPr>
              <p:cNvPr id="73" name="任意多边形: 形状 72"/>
              <p:cNvSpPr/>
              <p:nvPr>
                <p:custDataLst>
                  <p:tags r:id="rId14"/>
                </p:custDataLst>
              </p:nvPr>
            </p:nvSpPr>
            <p:spPr>
              <a:xfrm>
                <a:off x="3683736" y="3136382"/>
                <a:ext cx="694941" cy="694908"/>
              </a:xfrm>
              <a:custGeom>
                <a:avLst/>
                <a:gdLst>
                  <a:gd name="connsiteX0" fmla="*/ 347054 w 694941"/>
                  <a:gd name="connsiteY0" fmla="*/ 694491 h 694908"/>
                  <a:gd name="connsiteX1" fmla="*/ -297 w 694941"/>
                  <a:gd name="connsiteY1" fmla="*/ 355815 h 694908"/>
                  <a:gd name="connsiteX2" fmla="*/ 347054 w 694941"/>
                  <a:gd name="connsiteY2" fmla="*/ -416 h 694908"/>
                  <a:gd name="connsiteX3" fmla="*/ 694405 w 694941"/>
                  <a:gd name="connsiteY3" fmla="*/ 338260 h 694908"/>
                  <a:gd name="connsiteX4" fmla="*/ 347054 w 694941"/>
                  <a:gd name="connsiteY4" fmla="*/ 694491 h 694908"/>
                  <a:gd name="connsiteX5" fmla="*/ 347054 w 694941"/>
                  <a:gd name="connsiteY5" fmla="*/ 54445 h 694908"/>
                  <a:gd name="connsiteX6" fmla="*/ 54633 w 694941"/>
                  <a:gd name="connsiteY6" fmla="*/ 336751 h 694908"/>
                  <a:gd name="connsiteX7" fmla="*/ 347054 w 694941"/>
                  <a:gd name="connsiteY7" fmla="*/ 639630 h 694908"/>
                  <a:gd name="connsiteX8" fmla="*/ 639475 w 694941"/>
                  <a:gd name="connsiteY8" fmla="*/ 357324 h 694908"/>
                  <a:gd name="connsiteX9" fmla="*/ 347054 w 694941"/>
                  <a:gd name="connsiteY9" fmla="*/ 54445 h 694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94941" h="694908">
                    <a:moveTo>
                      <a:pt x="347054" y="694491"/>
                    </a:moveTo>
                    <a:cubicBezTo>
                      <a:pt x="157555" y="694777"/>
                      <a:pt x="3955" y="542549"/>
                      <a:pt x="-297" y="355815"/>
                    </a:cubicBezTo>
                    <a:cubicBezTo>
                      <a:pt x="-5406" y="159378"/>
                      <a:pt x="153257" y="-770"/>
                      <a:pt x="347054" y="-416"/>
                    </a:cubicBezTo>
                    <a:cubicBezTo>
                      <a:pt x="536553" y="-702"/>
                      <a:pt x="690153" y="151526"/>
                      <a:pt x="694405" y="338260"/>
                    </a:cubicBezTo>
                    <a:cubicBezTo>
                      <a:pt x="699514" y="534697"/>
                      <a:pt x="540851" y="694845"/>
                      <a:pt x="347054" y="694491"/>
                    </a:cubicBezTo>
                    <a:moveTo>
                      <a:pt x="347054" y="54445"/>
                    </a:moveTo>
                    <a:cubicBezTo>
                      <a:pt x="188288" y="54205"/>
                      <a:pt x="59662" y="181037"/>
                      <a:pt x="54633" y="336751"/>
                    </a:cubicBezTo>
                    <a:cubicBezTo>
                      <a:pt x="48678" y="503506"/>
                      <a:pt x="183019" y="639961"/>
                      <a:pt x="347054" y="639630"/>
                    </a:cubicBezTo>
                    <a:cubicBezTo>
                      <a:pt x="505820" y="639870"/>
                      <a:pt x="634446" y="513038"/>
                      <a:pt x="639475" y="357324"/>
                    </a:cubicBezTo>
                    <a:cubicBezTo>
                      <a:pt x="645430" y="190569"/>
                      <a:pt x="511089" y="54114"/>
                      <a:pt x="347054" y="54445"/>
                    </a:cubicBezTo>
                  </a:path>
                </a:pathLst>
              </a:custGeom>
              <a:grpFill/>
              <a:ln w="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cs typeface="思源黑体 CN Light" panose="020B0300000000000000" charset="-122"/>
                </a:endParaRPr>
              </a:p>
            </p:txBody>
          </p:sp>
        </p:grpSp>
      </p:grpSp>
      <p:grpSp>
        <p:nvGrpSpPr>
          <p:cNvPr id="30" name="组合 29"/>
          <p:cNvGrpSpPr/>
          <p:nvPr/>
        </p:nvGrpSpPr>
        <p:grpSpPr>
          <a:xfrm>
            <a:off x="1325257" y="3436529"/>
            <a:ext cx="695325" cy="695325"/>
            <a:chOff x="995" y="5478"/>
            <a:chExt cx="1274" cy="1274"/>
          </a:xfrm>
        </p:grpSpPr>
        <p:sp>
          <p:nvSpPr>
            <p:cNvPr id="31" name="椭圆 30"/>
            <p:cNvSpPr/>
            <p:nvPr>
              <p:custDataLst>
                <p:tags r:id="rId15"/>
              </p:custDataLst>
            </p:nvPr>
          </p:nvSpPr>
          <p:spPr>
            <a:xfrm>
              <a:off x="995" y="5478"/>
              <a:ext cx="1275" cy="1275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思源黑体 CN Light" panose="020B0300000000000000" charset="-122"/>
                <a:sym typeface="+mn-ea"/>
              </a:endParaRPr>
            </a:p>
          </p:txBody>
        </p:sp>
        <p:grpSp>
          <p:nvGrpSpPr>
            <p:cNvPr id="74" name="图片 13" descr="32313538333630393b32313538333732303bcad5b2d8bfceb3cc"/>
            <p:cNvGrpSpPr/>
            <p:nvPr/>
          </p:nvGrpSpPr>
          <p:grpSpPr>
            <a:xfrm>
              <a:off x="1313" y="5813"/>
              <a:ext cx="591" cy="515"/>
              <a:chOff x="9267190" y="1667355"/>
              <a:chExt cx="914398" cy="796597"/>
            </a:xfrm>
            <a:solidFill>
              <a:schemeClr val="bg1"/>
            </a:solidFill>
          </p:grpSpPr>
          <p:sp>
            <p:nvSpPr>
              <p:cNvPr id="75" name="任意多边形: 形状 74"/>
              <p:cNvSpPr/>
              <p:nvPr>
                <p:custDataLst>
                  <p:tags r:id="rId16"/>
                </p:custDataLst>
              </p:nvPr>
            </p:nvSpPr>
            <p:spPr>
              <a:xfrm>
                <a:off x="9267190" y="1667355"/>
                <a:ext cx="914398" cy="796597"/>
              </a:xfrm>
              <a:custGeom>
                <a:avLst/>
                <a:gdLst>
                  <a:gd name="connsiteX0" fmla="*/ 896842 w 914398"/>
                  <a:gd name="connsiteY0" fmla="*/ 258160 h 796597"/>
                  <a:gd name="connsiteX1" fmla="*/ 872544 w 914398"/>
                  <a:gd name="connsiteY1" fmla="*/ 241207 h 796597"/>
                  <a:gd name="connsiteX2" fmla="*/ 872544 w 914398"/>
                  <a:gd name="connsiteY2" fmla="*/ 187038 h 796597"/>
                  <a:gd name="connsiteX3" fmla="*/ 806142 w 914398"/>
                  <a:gd name="connsiteY3" fmla="*/ 120637 h 796597"/>
                  <a:gd name="connsiteX4" fmla="*/ 763926 w 914398"/>
                  <a:gd name="connsiteY4" fmla="*/ 120637 h 796597"/>
                  <a:gd name="connsiteX5" fmla="*/ 739025 w 914398"/>
                  <a:gd name="connsiteY5" fmla="*/ 145537 h 796597"/>
                  <a:gd name="connsiteX6" fmla="*/ 763926 w 914398"/>
                  <a:gd name="connsiteY6" fmla="*/ 170438 h 796597"/>
                  <a:gd name="connsiteX7" fmla="*/ 806142 w 914398"/>
                  <a:gd name="connsiteY7" fmla="*/ 170438 h 796597"/>
                  <a:gd name="connsiteX8" fmla="*/ 822743 w 914398"/>
                  <a:gd name="connsiteY8" fmla="*/ 187038 h 796597"/>
                  <a:gd name="connsiteX9" fmla="*/ 822743 w 914398"/>
                  <a:gd name="connsiteY9" fmla="*/ 236320 h 796597"/>
                  <a:gd name="connsiteX10" fmla="*/ 90897 w 914398"/>
                  <a:gd name="connsiteY10" fmla="*/ 236320 h 796597"/>
                  <a:gd name="connsiteX11" fmla="*/ 90897 w 914398"/>
                  <a:gd name="connsiteY11" fmla="*/ 66001 h 796597"/>
                  <a:gd name="connsiteX12" fmla="*/ 107498 w 914398"/>
                  <a:gd name="connsiteY12" fmla="*/ 49401 h 796597"/>
                  <a:gd name="connsiteX13" fmla="*/ 401219 w 914398"/>
                  <a:gd name="connsiteY13" fmla="*/ 49401 h 796597"/>
                  <a:gd name="connsiteX14" fmla="*/ 417581 w 914398"/>
                  <a:gd name="connsiteY14" fmla="*/ 63220 h 796597"/>
                  <a:gd name="connsiteX15" fmla="*/ 422312 w 914398"/>
                  <a:gd name="connsiteY15" fmla="*/ 91067 h 796597"/>
                  <a:gd name="connsiteX16" fmla="*/ 451015 w 914398"/>
                  <a:gd name="connsiteY16" fmla="*/ 111470 h 796597"/>
                  <a:gd name="connsiteX17" fmla="*/ 471418 w 914398"/>
                  <a:gd name="connsiteY17" fmla="*/ 82767 h 796597"/>
                  <a:gd name="connsiteX18" fmla="*/ 466687 w 914398"/>
                  <a:gd name="connsiteY18" fmla="*/ 54910 h 796597"/>
                  <a:gd name="connsiteX19" fmla="*/ 401219 w 914398"/>
                  <a:gd name="connsiteY19" fmla="*/ -380 h 796597"/>
                  <a:gd name="connsiteX20" fmla="*/ 107498 w 914398"/>
                  <a:gd name="connsiteY20" fmla="*/ -380 h 796597"/>
                  <a:gd name="connsiteX21" fmla="*/ 41097 w 914398"/>
                  <a:gd name="connsiteY21" fmla="*/ 66022 h 796597"/>
                  <a:gd name="connsiteX22" fmla="*/ 41097 w 914398"/>
                  <a:gd name="connsiteY22" fmla="*/ 241207 h 796597"/>
                  <a:gd name="connsiteX23" fmla="*/ -51 w 914398"/>
                  <a:gd name="connsiteY23" fmla="*/ 309309 h 796597"/>
                  <a:gd name="connsiteX24" fmla="*/ 42850 w 914398"/>
                  <a:gd name="connsiteY24" fmla="*/ 736404 h 796597"/>
                  <a:gd name="connsiteX25" fmla="*/ 108930 w 914398"/>
                  <a:gd name="connsiteY25" fmla="*/ 796217 h 796597"/>
                  <a:gd name="connsiteX26" fmla="*/ 804711 w 914398"/>
                  <a:gd name="connsiteY26" fmla="*/ 796217 h 796597"/>
                  <a:gd name="connsiteX27" fmla="*/ 870790 w 914398"/>
                  <a:gd name="connsiteY27" fmla="*/ 736404 h 796597"/>
                  <a:gd name="connsiteX28" fmla="*/ 913691 w 914398"/>
                  <a:gd name="connsiteY28" fmla="*/ 309309 h 796597"/>
                  <a:gd name="connsiteX29" fmla="*/ 896842 w 914398"/>
                  <a:gd name="connsiteY29" fmla="*/ 258160 h 796597"/>
                  <a:gd name="connsiteX30" fmla="*/ 864140 w 914398"/>
                  <a:gd name="connsiteY30" fmla="*/ 304371 h 796597"/>
                  <a:gd name="connsiteX31" fmla="*/ 821228 w 914398"/>
                  <a:gd name="connsiteY31" fmla="*/ 731466 h 796597"/>
                  <a:gd name="connsiteX32" fmla="*/ 804711 w 914398"/>
                  <a:gd name="connsiteY32" fmla="*/ 746416 h 796597"/>
                  <a:gd name="connsiteX33" fmla="*/ 108930 w 914398"/>
                  <a:gd name="connsiteY33" fmla="*/ 746416 h 796597"/>
                  <a:gd name="connsiteX34" fmla="*/ 92412 w 914398"/>
                  <a:gd name="connsiteY34" fmla="*/ 731466 h 796597"/>
                  <a:gd name="connsiteX35" fmla="*/ 49500 w 914398"/>
                  <a:gd name="connsiteY35" fmla="*/ 304371 h 796597"/>
                  <a:gd name="connsiteX36" fmla="*/ 53711 w 914398"/>
                  <a:gd name="connsiteY36" fmla="*/ 291581 h 796597"/>
                  <a:gd name="connsiteX37" fmla="*/ 66018 w 914398"/>
                  <a:gd name="connsiteY37" fmla="*/ 286121 h 796597"/>
                  <a:gd name="connsiteX38" fmla="*/ 847622 w 914398"/>
                  <a:gd name="connsiteY38" fmla="*/ 286121 h 796597"/>
                  <a:gd name="connsiteX39" fmla="*/ 859929 w 914398"/>
                  <a:gd name="connsiteY39" fmla="*/ 291581 h 796597"/>
                  <a:gd name="connsiteX40" fmla="*/ 864140 w 914398"/>
                  <a:gd name="connsiteY40" fmla="*/ 304371 h 796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914398" h="796597">
                    <a:moveTo>
                      <a:pt x="896842" y="258160"/>
                    </a:moveTo>
                    <a:cubicBezTo>
                      <a:pt x="890121" y="250753"/>
                      <a:pt x="881816" y="244957"/>
                      <a:pt x="872544" y="241207"/>
                    </a:cubicBezTo>
                    <a:lnTo>
                      <a:pt x="872544" y="187038"/>
                    </a:lnTo>
                    <a:cubicBezTo>
                      <a:pt x="872503" y="150382"/>
                      <a:pt x="842798" y="120677"/>
                      <a:pt x="806142" y="120637"/>
                    </a:cubicBezTo>
                    <a:lnTo>
                      <a:pt x="763926" y="120637"/>
                    </a:lnTo>
                    <a:cubicBezTo>
                      <a:pt x="750173" y="120637"/>
                      <a:pt x="739025" y="131785"/>
                      <a:pt x="739025" y="145537"/>
                    </a:cubicBezTo>
                    <a:cubicBezTo>
                      <a:pt x="739025" y="159289"/>
                      <a:pt x="750173" y="170438"/>
                      <a:pt x="763926" y="170438"/>
                    </a:cubicBezTo>
                    <a:lnTo>
                      <a:pt x="806142" y="170438"/>
                    </a:lnTo>
                    <a:cubicBezTo>
                      <a:pt x="815311" y="170438"/>
                      <a:pt x="822743" y="177869"/>
                      <a:pt x="822743" y="187038"/>
                    </a:cubicBezTo>
                    <a:lnTo>
                      <a:pt x="822743" y="236320"/>
                    </a:lnTo>
                    <a:lnTo>
                      <a:pt x="90897" y="236320"/>
                    </a:lnTo>
                    <a:lnTo>
                      <a:pt x="90897" y="66001"/>
                    </a:lnTo>
                    <a:cubicBezTo>
                      <a:pt x="90897" y="56832"/>
                      <a:pt x="98329" y="49401"/>
                      <a:pt x="107498" y="49401"/>
                    </a:cubicBezTo>
                    <a:lnTo>
                      <a:pt x="401219" y="49401"/>
                    </a:lnTo>
                    <a:cubicBezTo>
                      <a:pt x="409313" y="49403"/>
                      <a:pt x="416225" y="55241"/>
                      <a:pt x="417581" y="63220"/>
                    </a:cubicBezTo>
                    <a:lnTo>
                      <a:pt x="422312" y="91067"/>
                    </a:lnTo>
                    <a:cubicBezTo>
                      <a:pt x="424604" y="104628"/>
                      <a:pt x="437455" y="113762"/>
                      <a:pt x="451015" y="111470"/>
                    </a:cubicBezTo>
                    <a:cubicBezTo>
                      <a:pt x="464575" y="109178"/>
                      <a:pt x="473710" y="96328"/>
                      <a:pt x="471418" y="82767"/>
                    </a:cubicBezTo>
                    <a:lnTo>
                      <a:pt x="466687" y="54910"/>
                    </a:lnTo>
                    <a:cubicBezTo>
                      <a:pt x="461331" y="22945"/>
                      <a:pt x="433630" y="-449"/>
                      <a:pt x="401219" y="-380"/>
                    </a:cubicBezTo>
                    <a:lnTo>
                      <a:pt x="107498" y="-380"/>
                    </a:lnTo>
                    <a:cubicBezTo>
                      <a:pt x="70842" y="-339"/>
                      <a:pt x="41137" y="29366"/>
                      <a:pt x="41097" y="66022"/>
                    </a:cubicBezTo>
                    <a:lnTo>
                      <a:pt x="41097" y="241207"/>
                    </a:lnTo>
                    <a:cubicBezTo>
                      <a:pt x="13773" y="252244"/>
                      <a:pt x="-2990" y="279988"/>
                      <a:pt x="-51" y="309309"/>
                    </a:cubicBezTo>
                    <a:lnTo>
                      <a:pt x="42850" y="736404"/>
                    </a:lnTo>
                    <a:cubicBezTo>
                      <a:pt x="46143" y="770406"/>
                      <a:pt x="74769" y="796318"/>
                      <a:pt x="108930" y="796217"/>
                    </a:cubicBezTo>
                    <a:lnTo>
                      <a:pt x="804711" y="796217"/>
                    </a:lnTo>
                    <a:cubicBezTo>
                      <a:pt x="838871" y="796318"/>
                      <a:pt x="867497" y="770406"/>
                      <a:pt x="870790" y="736404"/>
                    </a:cubicBezTo>
                    <a:lnTo>
                      <a:pt x="913691" y="309309"/>
                    </a:lnTo>
                    <a:cubicBezTo>
                      <a:pt x="915538" y="290647"/>
                      <a:pt x="909419" y="272071"/>
                      <a:pt x="896842" y="258160"/>
                    </a:cubicBezTo>
                    <a:moveTo>
                      <a:pt x="864140" y="304371"/>
                    </a:moveTo>
                    <a:lnTo>
                      <a:pt x="821228" y="731466"/>
                    </a:lnTo>
                    <a:cubicBezTo>
                      <a:pt x="820408" y="739966"/>
                      <a:pt x="813250" y="746445"/>
                      <a:pt x="804711" y="746416"/>
                    </a:cubicBezTo>
                    <a:lnTo>
                      <a:pt x="108930" y="746416"/>
                    </a:lnTo>
                    <a:cubicBezTo>
                      <a:pt x="100390" y="746445"/>
                      <a:pt x="93232" y="739966"/>
                      <a:pt x="92412" y="731466"/>
                    </a:cubicBezTo>
                    <a:lnTo>
                      <a:pt x="49500" y="304371"/>
                    </a:lnTo>
                    <a:cubicBezTo>
                      <a:pt x="49035" y="299704"/>
                      <a:pt x="50564" y="295059"/>
                      <a:pt x="53711" y="291581"/>
                    </a:cubicBezTo>
                    <a:cubicBezTo>
                      <a:pt x="56857" y="288105"/>
                      <a:pt x="61328" y="286121"/>
                      <a:pt x="66018" y="286121"/>
                    </a:cubicBezTo>
                    <a:lnTo>
                      <a:pt x="847622" y="286121"/>
                    </a:lnTo>
                    <a:cubicBezTo>
                      <a:pt x="852312" y="286121"/>
                      <a:pt x="856783" y="288105"/>
                      <a:pt x="859929" y="291581"/>
                    </a:cubicBezTo>
                    <a:cubicBezTo>
                      <a:pt x="863076" y="295059"/>
                      <a:pt x="864605" y="299704"/>
                      <a:pt x="864140" y="304371"/>
                    </a:cubicBezTo>
                  </a:path>
                </a:pathLst>
              </a:custGeom>
              <a:grpFill/>
              <a:ln w="10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思源黑体 CN Light" panose="020B0300000000000000" charset="-122"/>
                </a:endParaRPr>
              </a:p>
            </p:txBody>
          </p:sp>
          <p:sp>
            <p:nvSpPr>
              <p:cNvPr id="76" name="任意多边形: 形状 75"/>
              <p:cNvSpPr/>
              <p:nvPr>
                <p:custDataLst>
                  <p:tags r:id="rId17"/>
                </p:custDataLst>
              </p:nvPr>
            </p:nvSpPr>
            <p:spPr>
              <a:xfrm>
                <a:off x="9595368" y="2053229"/>
                <a:ext cx="258051" cy="258051"/>
              </a:xfrm>
              <a:custGeom>
                <a:avLst/>
                <a:gdLst>
                  <a:gd name="connsiteX0" fmla="*/ 232767 w 258051"/>
                  <a:gd name="connsiteY0" fmla="*/ 103666 h 258051"/>
                  <a:gd name="connsiteX1" fmla="*/ 153542 w 258051"/>
                  <a:gd name="connsiteY1" fmla="*/ 103666 h 258051"/>
                  <a:gd name="connsiteX2" fmla="*/ 153542 w 258051"/>
                  <a:gd name="connsiteY2" fmla="*/ 24441 h 258051"/>
                  <a:gd name="connsiteX3" fmla="*/ 128642 w 258051"/>
                  <a:gd name="connsiteY3" fmla="*/ -459 h 258051"/>
                  <a:gd name="connsiteX4" fmla="*/ 103741 w 258051"/>
                  <a:gd name="connsiteY4" fmla="*/ 24441 h 258051"/>
                  <a:gd name="connsiteX5" fmla="*/ 103741 w 258051"/>
                  <a:gd name="connsiteY5" fmla="*/ 103666 h 258051"/>
                  <a:gd name="connsiteX6" fmla="*/ 24516 w 258051"/>
                  <a:gd name="connsiteY6" fmla="*/ 103666 h 258051"/>
                  <a:gd name="connsiteX7" fmla="*/ -384 w 258051"/>
                  <a:gd name="connsiteY7" fmla="*/ 128566 h 258051"/>
                  <a:gd name="connsiteX8" fmla="*/ 24516 w 258051"/>
                  <a:gd name="connsiteY8" fmla="*/ 153467 h 258051"/>
                  <a:gd name="connsiteX9" fmla="*/ 103741 w 258051"/>
                  <a:gd name="connsiteY9" fmla="*/ 153467 h 258051"/>
                  <a:gd name="connsiteX10" fmla="*/ 103741 w 258051"/>
                  <a:gd name="connsiteY10" fmla="*/ 232692 h 258051"/>
                  <a:gd name="connsiteX11" fmla="*/ 128642 w 258051"/>
                  <a:gd name="connsiteY11" fmla="*/ 257592 h 258051"/>
                  <a:gd name="connsiteX12" fmla="*/ 153542 w 258051"/>
                  <a:gd name="connsiteY12" fmla="*/ 232692 h 258051"/>
                  <a:gd name="connsiteX13" fmla="*/ 153542 w 258051"/>
                  <a:gd name="connsiteY13" fmla="*/ 153467 h 258051"/>
                  <a:gd name="connsiteX14" fmla="*/ 232767 w 258051"/>
                  <a:gd name="connsiteY14" fmla="*/ 153467 h 258051"/>
                  <a:gd name="connsiteX15" fmla="*/ 257668 w 258051"/>
                  <a:gd name="connsiteY15" fmla="*/ 128566 h 258051"/>
                  <a:gd name="connsiteX16" fmla="*/ 232767 w 258051"/>
                  <a:gd name="connsiteY16" fmla="*/ 103666 h 258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8051" h="258051">
                    <a:moveTo>
                      <a:pt x="232767" y="103666"/>
                    </a:moveTo>
                    <a:lnTo>
                      <a:pt x="153542" y="103666"/>
                    </a:lnTo>
                    <a:lnTo>
                      <a:pt x="153542" y="24441"/>
                    </a:lnTo>
                    <a:cubicBezTo>
                      <a:pt x="153542" y="10689"/>
                      <a:pt x="142394" y="-459"/>
                      <a:pt x="128642" y="-459"/>
                    </a:cubicBezTo>
                    <a:cubicBezTo>
                      <a:pt x="114890" y="-459"/>
                      <a:pt x="103741" y="10689"/>
                      <a:pt x="103741" y="24441"/>
                    </a:cubicBezTo>
                    <a:lnTo>
                      <a:pt x="103741" y="103666"/>
                    </a:lnTo>
                    <a:lnTo>
                      <a:pt x="24516" y="103666"/>
                    </a:lnTo>
                    <a:cubicBezTo>
                      <a:pt x="10764" y="103666"/>
                      <a:pt x="-384" y="114814"/>
                      <a:pt x="-384" y="128566"/>
                    </a:cubicBezTo>
                    <a:cubicBezTo>
                      <a:pt x="-384" y="142319"/>
                      <a:pt x="10764" y="153467"/>
                      <a:pt x="24516" y="153467"/>
                    </a:cubicBezTo>
                    <a:lnTo>
                      <a:pt x="103741" y="153467"/>
                    </a:lnTo>
                    <a:lnTo>
                      <a:pt x="103741" y="232692"/>
                    </a:lnTo>
                    <a:cubicBezTo>
                      <a:pt x="103741" y="246444"/>
                      <a:pt x="114890" y="257592"/>
                      <a:pt x="128642" y="257592"/>
                    </a:cubicBezTo>
                    <a:cubicBezTo>
                      <a:pt x="142394" y="257592"/>
                      <a:pt x="153542" y="246444"/>
                      <a:pt x="153542" y="232692"/>
                    </a:cubicBezTo>
                    <a:lnTo>
                      <a:pt x="153542" y="153467"/>
                    </a:lnTo>
                    <a:lnTo>
                      <a:pt x="232767" y="153467"/>
                    </a:lnTo>
                    <a:cubicBezTo>
                      <a:pt x="246520" y="153467"/>
                      <a:pt x="257668" y="142319"/>
                      <a:pt x="257668" y="128566"/>
                    </a:cubicBezTo>
                    <a:cubicBezTo>
                      <a:pt x="257668" y="114814"/>
                      <a:pt x="246520" y="103666"/>
                      <a:pt x="232767" y="103666"/>
                    </a:cubicBezTo>
                    <a:close/>
                  </a:path>
                </a:pathLst>
              </a:custGeom>
              <a:grpFill/>
              <a:ln w="10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思源黑体 CN Light" panose="020B0300000000000000" charset="-122"/>
                </a:endParaRPr>
              </a:p>
            </p:txBody>
          </p:sp>
          <p:sp>
            <p:nvSpPr>
              <p:cNvPr id="77" name="任意多边形: 形状 76"/>
              <p:cNvSpPr/>
              <p:nvPr>
                <p:custDataLst>
                  <p:tags r:id="rId18"/>
                </p:custDataLst>
              </p:nvPr>
            </p:nvSpPr>
            <p:spPr>
              <a:xfrm>
                <a:off x="9404475" y="1746238"/>
                <a:ext cx="639837" cy="157817"/>
              </a:xfrm>
              <a:custGeom>
                <a:avLst/>
                <a:gdLst>
                  <a:gd name="connsiteX0" fmla="*/ -384 w 639837"/>
                  <a:gd name="connsiteY0" fmla="*/ 157602 h 157817"/>
                  <a:gd name="connsiteX1" fmla="*/ -384 w 639837"/>
                  <a:gd name="connsiteY1" fmla="*/ 66186 h 157817"/>
                  <a:gd name="connsiteX2" fmla="*/ 66017 w 639837"/>
                  <a:gd name="connsiteY2" fmla="*/ -215 h 157817"/>
                  <a:gd name="connsiteX3" fmla="*/ 573053 w 639837"/>
                  <a:gd name="connsiteY3" fmla="*/ -215 h 157817"/>
                  <a:gd name="connsiteX4" fmla="*/ 639454 w 639837"/>
                  <a:gd name="connsiteY4" fmla="*/ 66186 h 157817"/>
                  <a:gd name="connsiteX5" fmla="*/ 639454 w 639837"/>
                  <a:gd name="connsiteY5" fmla="*/ 157602 h 157817"/>
                  <a:gd name="connsiteX6" fmla="*/ 589653 w 639837"/>
                  <a:gd name="connsiteY6" fmla="*/ 157602 h 157817"/>
                  <a:gd name="connsiteX7" fmla="*/ 589653 w 639837"/>
                  <a:gd name="connsiteY7" fmla="*/ 66186 h 157817"/>
                  <a:gd name="connsiteX8" fmla="*/ 573053 w 639837"/>
                  <a:gd name="connsiteY8" fmla="*/ 49586 h 157817"/>
                  <a:gd name="connsiteX9" fmla="*/ 66017 w 639837"/>
                  <a:gd name="connsiteY9" fmla="*/ 49586 h 157817"/>
                  <a:gd name="connsiteX10" fmla="*/ 49417 w 639837"/>
                  <a:gd name="connsiteY10" fmla="*/ 66186 h 157817"/>
                  <a:gd name="connsiteX11" fmla="*/ 49417 w 639837"/>
                  <a:gd name="connsiteY11" fmla="*/ 157602 h 157817"/>
                  <a:gd name="connsiteX12" fmla="*/ -384 w 639837"/>
                  <a:gd name="connsiteY12" fmla="*/ 157602 h 157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39837" h="157817">
                    <a:moveTo>
                      <a:pt x="-384" y="157602"/>
                    </a:moveTo>
                    <a:lnTo>
                      <a:pt x="-384" y="66186"/>
                    </a:lnTo>
                    <a:cubicBezTo>
                      <a:pt x="-344" y="29530"/>
                      <a:pt x="29362" y="-175"/>
                      <a:pt x="66017" y="-215"/>
                    </a:cubicBezTo>
                    <a:lnTo>
                      <a:pt x="573053" y="-215"/>
                    </a:lnTo>
                    <a:cubicBezTo>
                      <a:pt x="609708" y="-175"/>
                      <a:pt x="639413" y="29530"/>
                      <a:pt x="639454" y="66186"/>
                    </a:cubicBezTo>
                    <a:lnTo>
                      <a:pt x="639454" y="157602"/>
                    </a:lnTo>
                    <a:lnTo>
                      <a:pt x="589653" y="157602"/>
                    </a:lnTo>
                    <a:lnTo>
                      <a:pt x="589653" y="66186"/>
                    </a:lnTo>
                    <a:cubicBezTo>
                      <a:pt x="589653" y="57017"/>
                      <a:pt x="582221" y="49586"/>
                      <a:pt x="573053" y="49586"/>
                    </a:cubicBezTo>
                    <a:lnTo>
                      <a:pt x="66017" y="49586"/>
                    </a:lnTo>
                    <a:cubicBezTo>
                      <a:pt x="56849" y="49586"/>
                      <a:pt x="49417" y="57017"/>
                      <a:pt x="49417" y="66186"/>
                    </a:cubicBezTo>
                    <a:lnTo>
                      <a:pt x="49417" y="157602"/>
                    </a:lnTo>
                    <a:lnTo>
                      <a:pt x="-384" y="157602"/>
                    </a:lnTo>
                    <a:close/>
                  </a:path>
                </a:pathLst>
              </a:custGeom>
              <a:grpFill/>
              <a:ln w="10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思源黑体 CN Light" panose="020B0300000000000000" charset="-122"/>
                </a:endParaRPr>
              </a:p>
            </p:txBody>
          </p:sp>
        </p:grpSp>
      </p:grpSp>
      <p:sp>
        <p:nvSpPr>
          <p:cNvPr id="32" name="文本框 31"/>
          <p:cNvSpPr txBox="1"/>
          <p:nvPr>
            <p:custDataLst>
              <p:tags r:id="rId19"/>
            </p:custDataLst>
          </p:nvPr>
        </p:nvSpPr>
        <p:spPr>
          <a:xfrm>
            <a:off x="369617" y="4294612"/>
            <a:ext cx="2799864" cy="70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明确分工与责任边界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20"/>
            </p:custDataLst>
          </p:nvPr>
        </p:nvSpPr>
        <p:spPr>
          <a:xfrm>
            <a:off x="569897" y="4867901"/>
            <a:ext cx="2180409" cy="138921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charset="0"/>
                <a:cs typeface="思源黑体 CN Light" charset="0"/>
                <a:sym typeface="+mn-ea"/>
              </a:rPr>
              <a:t>系统设计阶段，我们根据技术栈专长划分模块。每人主攻一个方向，避免任务重叠</a:t>
            </a:r>
            <a:endParaRPr lang="zh-CN" altLang="en-US" sz="1400">
              <a:latin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cxnSp>
        <p:nvCxnSpPr>
          <p:cNvPr id="49" name="直接连接符 48"/>
          <p:cNvCxnSpPr/>
          <p:nvPr>
            <p:custDataLst>
              <p:tags r:id="rId21"/>
            </p:custDataLst>
          </p:nvPr>
        </p:nvCxnSpPr>
        <p:spPr>
          <a:xfrm flipV="1">
            <a:off x="3116533" y="4065384"/>
            <a:ext cx="0" cy="1986915"/>
          </a:xfrm>
          <a:prstGeom prst="line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>
            <p:custDataLst>
              <p:tags r:id="rId22"/>
            </p:custDataLst>
          </p:nvPr>
        </p:nvCxnSpPr>
        <p:spPr>
          <a:xfrm flipV="1">
            <a:off x="6074363" y="4065384"/>
            <a:ext cx="0" cy="1986915"/>
          </a:xfrm>
          <a:prstGeom prst="line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>
            <p:custDataLst>
              <p:tags r:id="rId23"/>
            </p:custDataLst>
          </p:nvPr>
        </p:nvCxnSpPr>
        <p:spPr>
          <a:xfrm flipV="1">
            <a:off x="9069023" y="4065384"/>
            <a:ext cx="0" cy="1986915"/>
          </a:xfrm>
          <a:prstGeom prst="line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/>
          <p:cNvSpPr/>
          <p:nvPr>
            <p:custDataLst>
              <p:tags r:id="rId24"/>
            </p:custDataLst>
          </p:nvPr>
        </p:nvSpPr>
        <p:spPr>
          <a:xfrm>
            <a:off x="1106043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51" name="椭圆 50"/>
          <p:cNvSpPr/>
          <p:nvPr>
            <p:custDataLst>
              <p:tags r:id="rId25"/>
            </p:custDataLst>
          </p:nvPr>
        </p:nvSpPr>
        <p:spPr>
          <a:xfrm>
            <a:off x="11330305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52" name="椭圆 51"/>
          <p:cNvSpPr/>
          <p:nvPr>
            <p:custDataLst>
              <p:tags r:id="rId26"/>
            </p:custDataLst>
          </p:nvPr>
        </p:nvSpPr>
        <p:spPr>
          <a:xfrm>
            <a:off x="1160018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7"/>
            </p:custDataLst>
          </p:nvPr>
        </p:nvSpPr>
        <p:spPr>
          <a:xfrm>
            <a:off x="369570" y="252730"/>
            <a:ext cx="454533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lvl="1">
              <a:buClrTx/>
              <a:buSzTx/>
              <a:buFontTx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/>
            <a:r>
              <a:rPr lang="zh-CN" altLang="en-US" sz="2500" dirty="0">
                <a:sym typeface="+mn-ea"/>
              </a:rPr>
              <a:t>团队</a:t>
            </a:r>
            <a:r>
              <a:rPr lang="zh-CN" altLang="en-US" sz="2500" dirty="0">
                <a:cs typeface="Arial" panose="020B0604020202020204" pitchFamily="34" charset="0"/>
                <a:sym typeface="+mn-ea"/>
              </a:rPr>
              <a:t>合作</a:t>
            </a:r>
            <a:endParaRPr lang="en-US" altLang="zh-CN" sz="2500" dirty="0"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8"/>
            </p:custDataLst>
          </p:nvPr>
        </p:nvSpPr>
        <p:spPr>
          <a:xfrm>
            <a:off x="369570" y="582930"/>
            <a:ext cx="2395855" cy="350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rPr>
              <a:t>Team cooperation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29"/>
            </p:custDataLst>
          </p:nvPr>
        </p:nvSpPr>
        <p:spPr>
          <a:xfrm>
            <a:off x="3327665" y="4294551"/>
            <a:ext cx="2535965" cy="70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设计阶段的深度讨论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0"/>
            </p:custDataLst>
          </p:nvPr>
        </p:nvSpPr>
        <p:spPr>
          <a:xfrm>
            <a:off x="3537121" y="5001306"/>
            <a:ext cx="2143760" cy="961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charset="0"/>
                <a:cs typeface="思源黑体 CN Light" charset="0"/>
                <a:sym typeface="+mn-ea"/>
              </a:rPr>
              <a:t>共同制定技术约束（如统一代码规范等），确保系统可维护性</a:t>
            </a:r>
            <a:endParaRPr lang="zh-CN" altLang="en-US" sz="1400">
              <a:latin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31"/>
            </p:custDataLst>
          </p:nvPr>
        </p:nvSpPr>
        <p:spPr>
          <a:xfrm>
            <a:off x="6735788" y="4294571"/>
            <a:ext cx="1759072" cy="399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及时交流分享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32"/>
            </p:custDataLst>
          </p:nvPr>
        </p:nvSpPr>
        <p:spPr>
          <a:xfrm>
            <a:off x="6526224" y="4867956"/>
            <a:ext cx="2178218" cy="15403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rPr>
              <a:t>定期分享技术（如七牛云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rPr>
              <a:t>SDK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rPr>
              <a:t>最佳实践、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rPr>
              <a:t>Vue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rPr>
              <a:t>性能优化），让大家在互相学习中共同成长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33"/>
            </p:custDataLst>
          </p:nvPr>
        </p:nvSpPr>
        <p:spPr>
          <a:xfrm>
            <a:off x="9640573" y="4294571"/>
            <a:ext cx="1851608" cy="400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统一工具链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34"/>
            </p:custDataLst>
          </p:nvPr>
        </p:nvSpPr>
        <p:spPr>
          <a:xfrm>
            <a:off x="9456441" y="5001306"/>
            <a:ext cx="2143760" cy="119475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rPr>
              <a:t>使用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rPr>
              <a:t>Git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rPr>
              <a:t>同步工作进度，</a:t>
            </a:r>
            <a:r>
              <a:rPr lang="zh-CN" altLang="en-US" sz="1400">
                <a:latin typeface="思源黑体 CN Light" panose="020B0300000000000000" charset="-122"/>
                <a:cs typeface="思源黑体 CN Light" panose="020B0300000000000000" charset="-122"/>
                <a:sym typeface="+mn-ea"/>
              </a:rPr>
              <a:t>统一的工具链能消除协作摩擦</a:t>
            </a:r>
            <a:endParaRPr lang="zh-CN" altLang="en-US" sz="1400">
              <a:latin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4613" y="1189326"/>
            <a:ext cx="10854725" cy="481432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60000"/>
              </a:lnSpc>
            </a:pPr>
            <a:r>
              <a:rPr lang="en-US" altLang="zh-CN"/>
              <a:t>         PhotoX </a:t>
            </a:r>
            <a:r>
              <a:rPr lang="zh-CN" altLang="en-US"/>
              <a:t>项目承载着超越技术本身的意义</a:t>
            </a:r>
            <a:r>
              <a:rPr lang="en-US" altLang="zh-CN"/>
              <a:t>——</a:t>
            </a:r>
            <a:r>
              <a:rPr lang="zh-CN" altLang="en-US"/>
              <a:t>它是我们团队蜕变历程的珍贵印记，更是每位成员专业素养提升的见证。在这段充满挑战与机遇的征程中，我们直面技术壁垒，攻克复杂难题，在每一次突破中淬炼成长。从架构设计的精雕细琢到功能模块的精准实现，从算法优化的反复推敲到用户体验的持续打磨，每一个里程碑都镌刻着我们从青涩走向成熟、从探索走向自信的足迹。</a:t>
            </a:r>
            <a:endParaRPr lang="zh-CN" altLang="en-US"/>
          </a:p>
          <a:p>
            <a:pPr>
              <a:lnSpc>
                <a:spcPct val="160000"/>
              </a:lnSpc>
            </a:pPr>
            <a:r>
              <a:rPr lang="zh-CN" altLang="en-US"/>
              <a:t>          致敬团队中的每一位伙伴，正是大家的智慧结晶与无私奉献，让这个曾经的构想得以破茧成蝶，化为触手可及的现实。感谢你们在技术追求中的精益求精，在团队协作中的默契配合，在重重困难面前的坚守与担当。这种专业精神与团队凝聚力，正是我们最宝贵的财富。</a:t>
            </a:r>
            <a:endParaRPr lang="zh-CN" altLang="en-US"/>
          </a:p>
          <a:p>
            <a:pPr indent="457200">
              <a:lnSpc>
                <a:spcPct val="160000"/>
              </a:lnSpc>
            </a:pPr>
            <a:r>
              <a:rPr lang="zh-CN" altLang="en-US"/>
              <a:t>感恩这个项目带来的深刻启示</a:t>
            </a:r>
            <a:r>
              <a:rPr lang="en-US" altLang="zh-CN"/>
              <a:t>——</a:t>
            </a:r>
            <a:r>
              <a:rPr lang="zh-CN" altLang="en-US"/>
              <a:t>它教会我们如何将抽象的技术理念转化为</a:t>
            </a:r>
            <a:r>
              <a:rPr lang="zh-CN" altLang="en-US">
                <a:solidFill>
                  <a:schemeClr val="tx1"/>
                </a:solidFill>
              </a:rPr>
              <a:t>实践</a:t>
            </a:r>
            <a:r>
              <a:rPr lang="zh-CN" altLang="en-US"/>
              <a:t>价值，如何在多元化的团队环境中找准定位、发挥所长。这不仅是一次技术实践的成功案例，更是一堂关于协作、创新与成长的人生课程。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19892" y="342055"/>
            <a:ext cx="7095308" cy="4121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800" b="1"/>
              <a:t>结</a:t>
            </a:r>
            <a:r>
              <a:rPr lang="zh-CN" altLang="en-US" sz="2800" b="1">
                <a:cs typeface="Arial" panose="020B0604020202020204" pitchFamily="34" charset="0"/>
              </a:rPr>
              <a:t>语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3710" y="2240280"/>
            <a:ext cx="593598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/>
            <a:r>
              <a:rPr sz="10000"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感谢观看</a:t>
            </a:r>
            <a:endParaRPr sz="10000"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106043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330305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600180" y="419100"/>
            <a:ext cx="161925" cy="161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1762105" y="1562100"/>
            <a:ext cx="0" cy="413385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16560" y="6216015"/>
            <a:ext cx="26714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>
                    <a:lumMod val="95000"/>
                    <a:lumOff val="5000"/>
                  </a:schemeClr>
                </a:solidFill>
                <a:latin typeface="思源黑体 CN Medium" panose="020B0600000000000000" charset="-122"/>
                <a:cs typeface="思源黑体 CN Medium" panose="020B0600000000000000" charset="-122"/>
              </a:rPr>
              <a:t>20</a:t>
            </a:r>
            <a:r>
              <a:rPr lang="en-US" altLang="zh-CN" sz="2400">
                <a:solidFill>
                  <a:schemeClr val="tx1">
                    <a:lumMod val="95000"/>
                    <a:lumOff val="5000"/>
                  </a:schemeClr>
                </a:solidFill>
                <a:latin typeface="思源黑体 CN Medium" panose="020B0600000000000000" charset="-122"/>
                <a:cs typeface="Arial" panose="020B0604020202020204" pitchFamily="34" charset="0"/>
              </a:rPr>
              <a:t>25</a:t>
            </a:r>
            <a:endParaRPr lang="en-US" altLang="zh-CN" sz="2400">
              <a:solidFill>
                <a:schemeClr val="tx1">
                  <a:lumMod val="95000"/>
                  <a:lumOff val="5000"/>
                </a:schemeClr>
              </a:solidFill>
              <a:latin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3255" y="3679825"/>
            <a:ext cx="4888230" cy="4864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di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  <a:latin typeface="思源黑体 CN Light" panose="020B0300000000000000" charset="-122"/>
                <a:cs typeface="思源黑体 CN Light" panose="020B0300000000000000" charset="-122"/>
                <a:sym typeface="+mn-ea"/>
              </a:rPr>
              <a:t>THANKS</a:t>
            </a:r>
            <a:endParaRPr lang="en-US" altLang="zh-CN" sz="2000">
              <a:solidFill>
                <a:schemeClr val="tx1">
                  <a:lumMod val="95000"/>
                  <a:lumOff val="5000"/>
                </a:schemeClr>
              </a:solidFill>
              <a:latin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7,&quot;left&quot;:74.15,&quot;top&quot;:211.5,&quot;width&quot;:809.55}"/>
</p:tagLst>
</file>

<file path=ppt/tags/tag2.xml><?xml version="1.0" encoding="utf-8"?>
<p:tagLst xmlns:p="http://schemas.openxmlformats.org/presentationml/2006/main">
  <p:tag name="KSO_WM_DIAGRAM_VIRTUALLY_FRAME" val="{&quot;height&quot;:237,&quot;left&quot;:74.15,&quot;top&quot;:211.5,&quot;width&quot;:809.55}"/>
</p:tagLst>
</file>

<file path=ppt/tags/tag3.xml><?xml version="1.0" encoding="utf-8"?>
<p:tagLst xmlns:p="http://schemas.openxmlformats.org/presentationml/2006/main">
  <p:tag name="KSO_WM_DIAGRAM_VIRTUALLY_FRAME" val="{&quot;height&quot;:237,&quot;left&quot;:74.15,&quot;top&quot;:211.5,&quot;width&quot;:809.55}"/>
</p:tagLst>
</file>

<file path=ppt/tags/tag4.xml><?xml version="1.0" encoding="utf-8"?>
<p:tagLst xmlns:p="http://schemas.openxmlformats.org/presentationml/2006/main">
  <p:tag name="KSO_WM_DIAGRAM_VIRTUALLY_FRAME" val="{&quot;height&quot;:237,&quot;left&quot;:74.15,&quot;top&quot;:211.5,&quot;width&quot;:809.55}"/>
</p:tagLst>
</file>

<file path=ppt/tags/tag5.xml><?xml version="1.0" encoding="utf-8"?>
<p:tagLst xmlns:p="http://schemas.openxmlformats.org/presentationml/2006/main">
  <p:tag name="KSO_WM_DIAGRAM_VIRTUALLY_FRAME" val="{&quot;height&quot;:237,&quot;left&quot;:74.15,&quot;top&quot;:211.5,&quot;width&quot;:809.55}"/>
</p:tagLst>
</file>

<file path=ppt/tags/tag6.xml><?xml version="1.0" encoding="utf-8"?>
<p:tagLst xmlns:p="http://schemas.openxmlformats.org/presentationml/2006/main">
  <p:tag name="KSO_WM_DIAGRAM_VIRTUALLY_FRAME" val="{&quot;height&quot;:237,&quot;left&quot;:74.15,&quot;top&quot;:211.5,&quot;width&quot;:809.55}"/>
</p:tagLst>
</file>

<file path=ppt/tags/tag7.xml><?xml version="1.0" encoding="utf-8"?>
<p:tagLst xmlns:p="http://schemas.openxmlformats.org/presentationml/2006/main">
  <p:tag name="KSO_WM_DIAGRAM_VIRTUALLY_FRAME" val="{&quot;height&quot;:237,&quot;left&quot;:74.15,&quot;top&quot;:211.5,&quot;width&quot;:809.55}"/>
</p:tagLst>
</file>

<file path=ppt/tags/tag8.xml><?xml version="1.0" encoding="utf-8"?>
<p:tagLst xmlns:p="http://schemas.openxmlformats.org/presentationml/2006/main">
  <p:tag name="KSO_WM_DIAGRAM_VIRTUALLY_FRAME" val="{&quot;height&quot;:237,&quot;left&quot;:74.15,&quot;top&quot;:211.5,&quot;width&quot;:809.55}"/>
</p:tagLst>
</file>

<file path=ppt/tags/tag9.xml><?xml version="1.0" encoding="utf-8"?>
<p:tagLst xmlns:p="http://schemas.openxmlformats.org/presentationml/2006/main">
  <p:tag name="KSO_WM_DIAGRAM_VIRTUALLY_FRAME" val="{&quot;height&quot;:237,&quot;left&quot;:74.15,&quot;top&quot;:211.5,&quot;width&quot;:809.55}"/>
</p:tagLst>
</file>

<file path=ppt/tags/tag10.xml><?xml version="1.0" encoding="utf-8"?>
<p:tagLst xmlns:p="http://schemas.openxmlformats.org/presentationml/2006/main">
  <p:tag name="KSO_WM_DIAGRAM_VIRTUALLY_FRAME" val="{&quot;height&quot;:237,&quot;left&quot;:74.15,&quot;top&quot;:211.5,&quot;width&quot;:809.55}"/>
</p:tagLst>
</file>

<file path=ppt/tags/tag11.xml><?xml version="1.0" encoding="utf-8"?>
<p:tagLst xmlns:p="http://schemas.openxmlformats.org/presentationml/2006/main">
  <p:tag name="KSO_WM_DIAGRAM_VIRTUALLY_FRAME" val="{&quot;height&quot;:237,&quot;left&quot;:74.15,&quot;top&quot;:211.5,&quot;width&quot;:809.55}"/>
</p:tagLst>
</file>

<file path=ppt/tags/tag12.xml><?xml version="1.0" encoding="utf-8"?>
<p:tagLst xmlns:p="http://schemas.openxmlformats.org/presentationml/2006/main">
  <p:tag name="KSO_WM_DIAGRAM_VIRTUALLY_FRAME" val="{&quot;height&quot;:237,&quot;left&quot;:74.15,&quot;top&quot;:211.5,&quot;width&quot;:809.55}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COMMONDATA" val="eyJoZGlkIjoiMGM3ZDNiNjQ5MjMwNGE4NGUzZGUzN2M4NzZkODkzZjgifQ=="/>
  <p:tag name="KSO_WPP_MARK_KEY" val="b752032d-a0f6-4774-b7b6-2851f0d59025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Light"/>
        <a:ea typeface=""/>
        <a:cs typeface=""/>
        <a:font script="Jpan" typeface="ＭＳ Ｐゴシック"/>
        <a:font script="Hang" typeface="맑은 고딕"/>
        <a:font script="Hans" typeface="思源黑体 C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Light"/>
        <a:ea typeface=""/>
        <a:cs typeface=""/>
        <a:font script="Jpan" typeface="ＭＳ Ｐゴシック"/>
        <a:font script="Hang" typeface="맑은 고딕"/>
        <a:font script="Hans" typeface="思源黑体 CN Light"/>
        <a:font script="Hant" typeface="新細明體"/>
        <a:font script="Arab" typeface="思源黑体 CN Light"/>
        <a:font script="Hebr" typeface="思源黑体 CN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Light"/>
        <a:ea typeface=""/>
        <a:cs typeface=""/>
        <a:font script="Jpan" typeface="ＭＳ Ｐゴシック"/>
        <a:font script="Hang" typeface="맑은 고딕"/>
        <a:font script="Hans" typeface="思源黑体 CN Light"/>
        <a:font script="Hant" typeface="新細明體"/>
        <a:font script="Arab" typeface="思源黑体 CN Light"/>
        <a:font script="Hebr" typeface="思源黑体 CN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Light"/>
        <a:ea typeface=""/>
        <a:cs typeface=""/>
        <a:font script="Jpan" typeface="ＭＳ Ｐゴシック"/>
        <a:font script="Hang" typeface="맑은 고딕"/>
        <a:font script="Hans" typeface="思源黑体 CN Light"/>
        <a:font script="Hant" typeface="新細明體"/>
        <a:font script="Arab" typeface="思源黑体 CN Light"/>
        <a:font script="Hebr" typeface="思源黑体 CN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3038</Words>
  <Application>WPS Office WWO_wpscloud_20250619170405-8613a0c879</Application>
  <PresentationFormat>宽屏</PresentationFormat>
  <Paragraphs>202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思源黑体 CN Light</vt:lpstr>
      <vt:lpstr>汉仪旗黑KW 55S</vt:lpstr>
      <vt:lpstr>思源黑体 CN Bold</vt:lpstr>
      <vt:lpstr>思源黑体 CN Medium</vt:lpstr>
      <vt:lpstr>宋体</vt:lpstr>
      <vt:lpstr>思源黑体 CN Light</vt:lpstr>
      <vt:lpstr>思源黑体 CN Bold</vt:lpstr>
      <vt:lpstr>汉仪书宋二KW</vt:lpstr>
      <vt:lpstr>Kingsoft Confetti</vt:lpstr>
      <vt:lpstr>思源黑体 CN Medium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武星烨</cp:lastModifiedBy>
  <dcterms:created xsi:type="dcterms:W3CDTF">2025-07-09T03:46:00Z</dcterms:created>
  <dcterms:modified xsi:type="dcterms:W3CDTF">2025-07-09T03:46:00Z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AF3A8A589CB5413FAB9062E3EA5ADB59_11</vt:lpwstr>
  </property>
  <property fmtid="{D5CDD505-2E9C-101B-9397-08002B2CF9AE}" pid="3" name="KSOProductBuildVer">
    <vt:lpwstr>2052-12.9.0.21905</vt:lpwstr>
  </property>
  <property fmtid="{D5CDD505-2E9C-101B-9397-08002B2CF9AE}" pid="4" name="KSOTemplateUUID">
    <vt:lpwstr>v1.0_mb_jt/IYktloNZdZ150sz9Kvg==</vt:lpwstr>
  </property>
</Properties>
</file>